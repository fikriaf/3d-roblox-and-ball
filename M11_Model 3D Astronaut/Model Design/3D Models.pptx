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64" r:id="rId6"/>
    <p:sldId id="265" r:id="rId7"/>
    <p:sldId id="266" r:id="rId8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C64"/>
    <a:srgbClr val="DBDBDB"/>
    <a:srgbClr val="2B13A5"/>
    <a:srgbClr val="160A52"/>
    <a:srgbClr val="1B0C68"/>
    <a:srgbClr val="10280A"/>
    <a:srgbClr val="200B6B"/>
    <a:srgbClr val="303030"/>
    <a:srgbClr val="CCCCFF"/>
    <a:srgbClr val="2E6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 snapToGrid="0">
      <p:cViewPr>
        <p:scale>
          <a:sx n="120" d="100"/>
          <a:sy n="120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Nasucha" userId="1346f31b-a737-4b43-93e0-d502aa96fb32" providerId="ADAL" clId="{50D727D8-1EB8-44E8-90B6-2D45703FCBB0}"/>
    <pc:docChg chg="undo custSel addSld delSld modSld">
      <pc:chgData name="Mohammad Nasucha" userId="1346f31b-a737-4b43-93e0-d502aa96fb32" providerId="ADAL" clId="{50D727D8-1EB8-44E8-90B6-2D45703FCBB0}" dt="2025-04-28T06:52:07.838" v="2670" actId="1076"/>
      <pc:docMkLst>
        <pc:docMk/>
      </pc:docMkLst>
      <pc:sldChg chg="addSp delSp modSp add del mod setBg">
        <pc:chgData name="Mohammad Nasucha" userId="1346f31b-a737-4b43-93e0-d502aa96fb32" providerId="ADAL" clId="{50D727D8-1EB8-44E8-90B6-2D45703FCBB0}" dt="2025-04-28T05:04:17.832" v="2369" actId="47"/>
        <pc:sldMkLst>
          <pc:docMk/>
          <pc:sldMk cId="2707149037" sldId="257"/>
        </pc:sldMkLst>
        <pc:spChg chg="add mod">
          <ac:chgData name="Mohammad Nasucha" userId="1346f31b-a737-4b43-93e0-d502aa96fb32" providerId="ADAL" clId="{50D727D8-1EB8-44E8-90B6-2D45703FCBB0}" dt="2025-04-28T04:55:28.770" v="2172" actId="207"/>
          <ac:spMkLst>
            <pc:docMk/>
            <pc:sldMk cId="2707149037" sldId="257"/>
            <ac:spMk id="2" creationId="{A2EED691-70AB-CA7C-2995-D5437A100D8A}"/>
          </ac:spMkLst>
        </pc:spChg>
        <pc:spChg chg="add mod ord">
          <ac:chgData name="Mohammad Nasucha" userId="1346f31b-a737-4b43-93e0-d502aa96fb32" providerId="ADAL" clId="{50D727D8-1EB8-44E8-90B6-2D45703FCBB0}" dt="2025-04-28T04:59:12.467" v="2259" actId="14100"/>
          <ac:spMkLst>
            <pc:docMk/>
            <pc:sldMk cId="2707149037" sldId="257"/>
            <ac:spMk id="3" creationId="{AAFDFAE4-8E9A-6DA0-5C60-F8A198CC96A2}"/>
          </ac:spMkLst>
        </pc:spChg>
        <pc:spChg chg="add del mod">
          <ac:chgData name="Mohammad Nasucha" userId="1346f31b-a737-4b43-93e0-d502aa96fb32" providerId="ADAL" clId="{50D727D8-1EB8-44E8-90B6-2D45703FCBB0}" dt="2025-04-28T03:41:44.417" v="350" actId="478"/>
          <ac:spMkLst>
            <pc:docMk/>
            <pc:sldMk cId="2707149037" sldId="257"/>
            <ac:spMk id="4" creationId="{14FE444D-9AAA-A2DA-C8A7-678F31C06591}"/>
          </ac:spMkLst>
        </pc:spChg>
        <pc:spChg chg="del">
          <ac:chgData name="Mohammad Nasucha" userId="1346f31b-a737-4b43-93e0-d502aa96fb32" providerId="ADAL" clId="{50D727D8-1EB8-44E8-90B6-2D45703FCBB0}" dt="2025-04-28T03:20:29.116" v="1" actId="478"/>
          <ac:spMkLst>
            <pc:docMk/>
            <pc:sldMk cId="2707149037" sldId="257"/>
            <ac:spMk id="6" creationId="{D1391DA8-39B9-67DE-3CBD-D11208141CC1}"/>
          </ac:spMkLst>
        </pc:spChg>
        <pc:spChg chg="del">
          <ac:chgData name="Mohammad Nasucha" userId="1346f31b-a737-4b43-93e0-d502aa96fb32" providerId="ADAL" clId="{50D727D8-1EB8-44E8-90B6-2D45703FCBB0}" dt="2025-04-28T03:20:29.116" v="1" actId="478"/>
          <ac:spMkLst>
            <pc:docMk/>
            <pc:sldMk cId="2707149037" sldId="257"/>
            <ac:spMk id="7" creationId="{72D1F8BE-CCAC-1C47-F42D-B98420AAB8FD}"/>
          </ac:spMkLst>
        </pc:spChg>
        <pc:spChg chg="add mod">
          <ac:chgData name="Mohammad Nasucha" userId="1346f31b-a737-4b43-93e0-d502aa96fb32" providerId="ADAL" clId="{50D727D8-1EB8-44E8-90B6-2D45703FCBB0}" dt="2025-04-28T04:55:11.864" v="2170" actId="207"/>
          <ac:spMkLst>
            <pc:docMk/>
            <pc:sldMk cId="2707149037" sldId="257"/>
            <ac:spMk id="8" creationId="{BD002FFD-8C4F-4729-BF13-B97E2EE168C8}"/>
          </ac:spMkLst>
        </pc:spChg>
        <pc:spChg chg="add del mod">
          <ac:chgData name="Mohammad Nasucha" userId="1346f31b-a737-4b43-93e0-d502aa96fb32" providerId="ADAL" clId="{50D727D8-1EB8-44E8-90B6-2D45703FCBB0}" dt="2025-04-28T04:36:14.518" v="1522" actId="478"/>
          <ac:spMkLst>
            <pc:docMk/>
            <pc:sldMk cId="2707149037" sldId="257"/>
            <ac:spMk id="9" creationId="{B0333AD2-E16C-EE8F-5118-1260D81F1F8F}"/>
          </ac:spMkLst>
        </pc:spChg>
        <pc:spChg chg="add del mod">
          <ac:chgData name="Mohammad Nasucha" userId="1346f31b-a737-4b43-93e0-d502aa96fb32" providerId="ADAL" clId="{50D727D8-1EB8-44E8-90B6-2D45703FCBB0}" dt="2025-04-28T04:36:11.953" v="1521" actId="478"/>
          <ac:spMkLst>
            <pc:docMk/>
            <pc:sldMk cId="2707149037" sldId="257"/>
            <ac:spMk id="10" creationId="{5311EEB3-3B31-358C-4810-0B1BA0249833}"/>
          </ac:spMkLst>
        </pc:spChg>
        <pc:spChg chg="add del mod">
          <ac:chgData name="Mohammad Nasucha" userId="1346f31b-a737-4b43-93e0-d502aa96fb32" providerId="ADAL" clId="{50D727D8-1EB8-44E8-90B6-2D45703FCBB0}" dt="2025-04-28T03:26:06.111" v="75" actId="478"/>
          <ac:spMkLst>
            <pc:docMk/>
            <pc:sldMk cId="2707149037" sldId="257"/>
            <ac:spMk id="11" creationId="{60089FA2-D542-4A3A-24DE-4F9BC9FEBD21}"/>
          </ac:spMkLst>
        </pc:spChg>
        <pc:spChg chg="add mod">
          <ac:chgData name="Mohammad Nasucha" userId="1346f31b-a737-4b43-93e0-d502aa96fb32" providerId="ADAL" clId="{50D727D8-1EB8-44E8-90B6-2D45703FCBB0}" dt="2025-04-28T04:56:31.279" v="2175" actId="207"/>
          <ac:spMkLst>
            <pc:docMk/>
            <pc:sldMk cId="2707149037" sldId="257"/>
            <ac:spMk id="12" creationId="{081963A8-63E2-DC4B-C070-DFAFA092D378}"/>
          </ac:spMkLst>
        </pc:spChg>
        <pc:spChg chg="add mod">
          <ac:chgData name="Mohammad Nasucha" userId="1346f31b-a737-4b43-93e0-d502aa96fb32" providerId="ADAL" clId="{50D727D8-1EB8-44E8-90B6-2D45703FCBB0}" dt="2025-04-28T04:55:40.332" v="2173" actId="207"/>
          <ac:spMkLst>
            <pc:docMk/>
            <pc:sldMk cId="2707149037" sldId="257"/>
            <ac:spMk id="13" creationId="{18CD2A63-3482-FB2E-18A3-9D6774424846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14" creationId="{5B0CF678-ADB9-771E-4314-403B04BD0BEC}"/>
          </ac:spMkLst>
        </pc:spChg>
        <pc:spChg chg="add mod">
          <ac:chgData name="Mohammad Nasucha" userId="1346f31b-a737-4b43-93e0-d502aa96fb32" providerId="ADAL" clId="{50D727D8-1EB8-44E8-90B6-2D45703FCBB0}" dt="2025-04-28T04:04:01.774" v="975" actId="1035"/>
          <ac:spMkLst>
            <pc:docMk/>
            <pc:sldMk cId="2707149037" sldId="257"/>
            <ac:spMk id="15" creationId="{75DD7881-D0B5-1D41-CB30-0E26909F17EF}"/>
          </ac:spMkLst>
        </pc:spChg>
        <pc:spChg chg="add del mod ord">
          <ac:chgData name="Mohammad Nasucha" userId="1346f31b-a737-4b43-93e0-d502aa96fb32" providerId="ADAL" clId="{50D727D8-1EB8-44E8-90B6-2D45703FCBB0}" dt="2025-04-28T03:41:38.008" v="348" actId="478"/>
          <ac:spMkLst>
            <pc:docMk/>
            <pc:sldMk cId="2707149037" sldId="257"/>
            <ac:spMk id="16" creationId="{FBF10D00-621B-DE44-D973-D55D458D01BB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17" creationId="{A9D283FC-4AA9-2EA7-DA10-3886F2A9B2B3}"/>
          </ac:spMkLst>
        </pc:spChg>
        <pc:spChg chg="add mod ord">
          <ac:chgData name="Mohammad Nasucha" userId="1346f31b-a737-4b43-93e0-d502aa96fb32" providerId="ADAL" clId="{50D727D8-1EB8-44E8-90B6-2D45703FCBB0}" dt="2025-04-28T04:57:26.667" v="2189" actId="1036"/>
          <ac:spMkLst>
            <pc:docMk/>
            <pc:sldMk cId="2707149037" sldId="257"/>
            <ac:spMk id="18" creationId="{3F27DAE7-01E3-94C2-E132-DF9CF2C5C6B3}"/>
          </ac:spMkLst>
        </pc:spChg>
        <pc:spChg chg="add del mod">
          <ac:chgData name="Mohammad Nasucha" userId="1346f31b-a737-4b43-93e0-d502aa96fb32" providerId="ADAL" clId="{50D727D8-1EB8-44E8-90B6-2D45703FCBB0}" dt="2025-04-28T03:41:40.259" v="349" actId="478"/>
          <ac:spMkLst>
            <pc:docMk/>
            <pc:sldMk cId="2707149037" sldId="257"/>
            <ac:spMk id="19" creationId="{61BADD70-349C-747C-A5E0-62D7DE401C7E}"/>
          </ac:spMkLst>
        </pc:spChg>
        <pc:spChg chg="add del mod">
          <ac:chgData name="Mohammad Nasucha" userId="1346f31b-a737-4b43-93e0-d502aa96fb32" providerId="ADAL" clId="{50D727D8-1EB8-44E8-90B6-2D45703FCBB0}" dt="2025-04-28T03:43:31.016" v="409" actId="478"/>
          <ac:spMkLst>
            <pc:docMk/>
            <pc:sldMk cId="2707149037" sldId="257"/>
            <ac:spMk id="20" creationId="{7F5D0118-3DC0-223C-827D-3B74B03B69C4}"/>
          </ac:spMkLst>
        </pc:spChg>
        <pc:spChg chg="add del mod">
          <ac:chgData name="Mohammad Nasucha" userId="1346f31b-a737-4b43-93e0-d502aa96fb32" providerId="ADAL" clId="{50D727D8-1EB8-44E8-90B6-2D45703FCBB0}" dt="2025-04-28T04:30:28.182" v="1388" actId="478"/>
          <ac:spMkLst>
            <pc:docMk/>
            <pc:sldMk cId="2707149037" sldId="257"/>
            <ac:spMk id="21" creationId="{647026BA-57D3-372F-7E31-62F1909E7E72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22" creationId="{D1FAA08B-4A57-F38C-5C1D-6A9A6BC1B116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23" creationId="{258AD344-BAB5-3269-5F52-5B59763DD97A}"/>
          </ac:spMkLst>
        </pc:spChg>
        <pc:spChg chg="add mod">
          <ac:chgData name="Mohammad Nasucha" userId="1346f31b-a737-4b43-93e0-d502aa96fb32" providerId="ADAL" clId="{50D727D8-1EB8-44E8-90B6-2D45703FCBB0}" dt="2025-04-28T03:41:15.890" v="344" actId="1036"/>
          <ac:spMkLst>
            <pc:docMk/>
            <pc:sldMk cId="2707149037" sldId="257"/>
            <ac:spMk id="24" creationId="{E4385AFC-CF7D-31E3-AEEE-B78D0552221E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25" creationId="{66E52038-AD84-9E99-48B3-4F858F32BAF1}"/>
          </ac:spMkLst>
        </pc:spChg>
        <pc:spChg chg="add mod">
          <ac:chgData name="Mohammad Nasucha" userId="1346f31b-a737-4b43-93e0-d502aa96fb32" providerId="ADAL" clId="{50D727D8-1EB8-44E8-90B6-2D45703FCBB0}" dt="2025-04-28T04:55:18.804" v="2171" actId="207"/>
          <ac:spMkLst>
            <pc:docMk/>
            <pc:sldMk cId="2707149037" sldId="257"/>
            <ac:spMk id="26" creationId="{692504D4-F15B-BD62-83AB-0CD65E33A82A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27" creationId="{9A72823C-6343-E9AD-E023-04B314827800}"/>
          </ac:spMkLst>
        </pc:spChg>
        <pc:spChg chg="add del mod">
          <ac:chgData name="Mohammad Nasucha" userId="1346f31b-a737-4b43-93e0-d502aa96fb32" providerId="ADAL" clId="{50D727D8-1EB8-44E8-90B6-2D45703FCBB0}" dt="2025-04-28T04:32:30.506" v="1402" actId="478"/>
          <ac:spMkLst>
            <pc:docMk/>
            <pc:sldMk cId="2707149037" sldId="257"/>
            <ac:spMk id="28" creationId="{BF398FBC-742B-B9FF-BB9C-E0024B4EEE06}"/>
          </ac:spMkLst>
        </pc:spChg>
        <pc:spChg chg="add mod">
          <ac:chgData name="Mohammad Nasucha" userId="1346f31b-a737-4b43-93e0-d502aa96fb32" providerId="ADAL" clId="{50D727D8-1EB8-44E8-90B6-2D45703FCBB0}" dt="2025-04-28T03:52:18.253" v="610" actId="1037"/>
          <ac:spMkLst>
            <pc:docMk/>
            <pc:sldMk cId="2707149037" sldId="257"/>
            <ac:spMk id="29" creationId="{2F8DD557-0352-F9D6-875F-466FACB3C3AB}"/>
          </ac:spMkLst>
        </pc:spChg>
        <pc:spChg chg="add mod">
          <ac:chgData name="Mohammad Nasucha" userId="1346f31b-a737-4b43-93e0-d502aa96fb32" providerId="ADAL" clId="{50D727D8-1EB8-44E8-90B6-2D45703FCBB0}" dt="2025-04-28T03:52:18.253" v="610" actId="1037"/>
          <ac:spMkLst>
            <pc:docMk/>
            <pc:sldMk cId="2707149037" sldId="257"/>
            <ac:spMk id="30" creationId="{6DC1B4D7-7E29-45E0-0D63-68E389964EBD}"/>
          </ac:spMkLst>
        </pc:spChg>
        <pc:spChg chg="add mod">
          <ac:chgData name="Mohammad Nasucha" userId="1346f31b-a737-4b43-93e0-d502aa96fb32" providerId="ADAL" clId="{50D727D8-1EB8-44E8-90B6-2D45703FCBB0}" dt="2025-04-28T03:52:18.253" v="610" actId="1037"/>
          <ac:spMkLst>
            <pc:docMk/>
            <pc:sldMk cId="2707149037" sldId="257"/>
            <ac:spMk id="31" creationId="{6AB8077B-85BB-747D-939B-DDD70ABBEE49}"/>
          </ac:spMkLst>
        </pc:spChg>
        <pc:spChg chg="add mod">
          <ac:chgData name="Mohammad Nasucha" userId="1346f31b-a737-4b43-93e0-d502aa96fb32" providerId="ADAL" clId="{50D727D8-1EB8-44E8-90B6-2D45703FCBB0}" dt="2025-04-28T03:52:18.253" v="610" actId="1037"/>
          <ac:spMkLst>
            <pc:docMk/>
            <pc:sldMk cId="2707149037" sldId="257"/>
            <ac:spMk id="1024" creationId="{B99D6F63-A530-7786-8D73-7850FB24D9A5}"/>
          </ac:spMkLst>
        </pc:spChg>
        <pc:spChg chg="add mod">
          <ac:chgData name="Mohammad Nasucha" userId="1346f31b-a737-4b43-93e0-d502aa96fb32" providerId="ADAL" clId="{50D727D8-1EB8-44E8-90B6-2D45703FCBB0}" dt="2025-04-28T04:53:52.889" v="2084" actId="1036"/>
          <ac:spMkLst>
            <pc:docMk/>
            <pc:sldMk cId="2707149037" sldId="257"/>
            <ac:spMk id="1025" creationId="{53BA4872-347A-E657-B36D-D05BB76F2F9B}"/>
          </ac:spMkLst>
        </pc:spChg>
        <pc:spChg chg="add del mod">
          <ac:chgData name="Mohammad Nasucha" userId="1346f31b-a737-4b43-93e0-d502aa96fb32" providerId="ADAL" clId="{50D727D8-1EB8-44E8-90B6-2D45703FCBB0}" dt="2025-04-28T04:22:47.636" v="1302" actId="478"/>
          <ac:spMkLst>
            <pc:docMk/>
            <pc:sldMk cId="2707149037" sldId="257"/>
            <ac:spMk id="1026" creationId="{019BFFC1-01F1-5447-CFCD-38E8A8AEB682}"/>
          </ac:spMkLst>
        </pc:spChg>
        <pc:spChg chg="add mod">
          <ac:chgData name="Mohammad Nasucha" userId="1346f31b-a737-4b43-93e0-d502aa96fb32" providerId="ADAL" clId="{50D727D8-1EB8-44E8-90B6-2D45703FCBB0}" dt="2025-04-28T04:34:26.809" v="1411" actId="1037"/>
          <ac:spMkLst>
            <pc:docMk/>
            <pc:sldMk cId="2707149037" sldId="257"/>
            <ac:spMk id="1027" creationId="{DBC1113B-0169-B176-4343-09F3EAC10734}"/>
          </ac:spMkLst>
        </pc:spChg>
        <pc:spChg chg="add mod">
          <ac:chgData name="Mohammad Nasucha" userId="1346f31b-a737-4b43-93e0-d502aa96fb32" providerId="ADAL" clId="{50D727D8-1EB8-44E8-90B6-2D45703FCBB0}" dt="2025-04-28T04:34:29.796" v="1413" actId="1037"/>
          <ac:spMkLst>
            <pc:docMk/>
            <pc:sldMk cId="2707149037" sldId="257"/>
            <ac:spMk id="1028" creationId="{2391457B-40AF-1B0C-946B-14C81E00F556}"/>
          </ac:spMkLst>
        </pc:spChg>
        <pc:spChg chg="add mod">
          <ac:chgData name="Mohammad Nasucha" userId="1346f31b-a737-4b43-93e0-d502aa96fb32" providerId="ADAL" clId="{50D727D8-1EB8-44E8-90B6-2D45703FCBB0}" dt="2025-04-28T04:39:55.281" v="1743" actId="1038"/>
          <ac:spMkLst>
            <pc:docMk/>
            <pc:sldMk cId="2707149037" sldId="257"/>
            <ac:spMk id="1029" creationId="{29A559E3-54F0-06AF-E0CA-14F48315D6C8}"/>
          </ac:spMkLst>
        </pc:spChg>
        <pc:spChg chg="add mod">
          <ac:chgData name="Mohammad Nasucha" userId="1346f31b-a737-4b43-93e0-d502aa96fb32" providerId="ADAL" clId="{50D727D8-1EB8-44E8-90B6-2D45703FCBB0}" dt="2025-04-28T04:34:44.973" v="1419" actId="1038"/>
          <ac:spMkLst>
            <pc:docMk/>
            <pc:sldMk cId="2707149037" sldId="257"/>
            <ac:spMk id="1031" creationId="{5B225855-1606-0F6D-ED7C-E219CEAFDAB3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1033" creationId="{C3ECCB06-EC2C-E38E-1DB1-4A94ABD4C91C}"/>
          </ac:spMkLst>
        </pc:spChg>
        <pc:spChg chg="add mod">
          <ac:chgData name="Mohammad Nasucha" userId="1346f31b-a737-4b43-93e0-d502aa96fb32" providerId="ADAL" clId="{50D727D8-1EB8-44E8-90B6-2D45703FCBB0}" dt="2025-04-28T04:39:42.719" v="1730" actId="1035"/>
          <ac:spMkLst>
            <pc:docMk/>
            <pc:sldMk cId="2707149037" sldId="257"/>
            <ac:spMk id="1034" creationId="{B2381727-2658-4975-E8AF-7736CD52CC22}"/>
          </ac:spMkLst>
        </pc:spChg>
        <pc:spChg chg="add mod">
          <ac:chgData name="Mohammad Nasucha" userId="1346f31b-a737-4b43-93e0-d502aa96fb32" providerId="ADAL" clId="{50D727D8-1EB8-44E8-90B6-2D45703FCBB0}" dt="2025-04-28T04:39:42.719" v="1730" actId="1035"/>
          <ac:spMkLst>
            <pc:docMk/>
            <pc:sldMk cId="2707149037" sldId="257"/>
            <ac:spMk id="1035" creationId="{B2B73AE8-007B-D979-70FC-42576E553F8A}"/>
          </ac:spMkLst>
        </pc:spChg>
        <pc:spChg chg="add mod">
          <ac:chgData name="Mohammad Nasucha" userId="1346f31b-a737-4b43-93e0-d502aa96fb32" providerId="ADAL" clId="{50D727D8-1EB8-44E8-90B6-2D45703FCBB0}" dt="2025-04-28T04:39:42.719" v="1730" actId="1035"/>
          <ac:spMkLst>
            <pc:docMk/>
            <pc:sldMk cId="2707149037" sldId="257"/>
            <ac:spMk id="1036" creationId="{275B3FCB-D813-E4F7-B363-17A4BBD342C8}"/>
          </ac:spMkLst>
        </pc:spChg>
        <pc:spChg chg="add mod">
          <ac:chgData name="Mohammad Nasucha" userId="1346f31b-a737-4b43-93e0-d502aa96fb32" providerId="ADAL" clId="{50D727D8-1EB8-44E8-90B6-2D45703FCBB0}" dt="2025-04-28T04:39:42.719" v="1730" actId="1035"/>
          <ac:spMkLst>
            <pc:docMk/>
            <pc:sldMk cId="2707149037" sldId="257"/>
            <ac:spMk id="1037" creationId="{F78FD9F5-C897-A211-1029-FAD03FD06AB7}"/>
          </ac:spMkLst>
        </pc:spChg>
        <pc:spChg chg="add mod">
          <ac:chgData name="Mohammad Nasucha" userId="1346f31b-a737-4b43-93e0-d502aa96fb32" providerId="ADAL" clId="{50D727D8-1EB8-44E8-90B6-2D45703FCBB0}" dt="2025-04-28T04:39:42.719" v="1730" actId="1035"/>
          <ac:spMkLst>
            <pc:docMk/>
            <pc:sldMk cId="2707149037" sldId="257"/>
            <ac:spMk id="1038" creationId="{992336DB-170A-2F81-C81C-C88D56701B9B}"/>
          </ac:spMkLst>
        </pc:spChg>
        <pc:spChg chg="add del mod">
          <ac:chgData name="Mohammad Nasucha" userId="1346f31b-a737-4b43-93e0-d502aa96fb32" providerId="ADAL" clId="{50D727D8-1EB8-44E8-90B6-2D45703FCBB0}" dt="2025-04-28T04:22:45.115" v="1301" actId="478"/>
          <ac:spMkLst>
            <pc:docMk/>
            <pc:sldMk cId="2707149037" sldId="257"/>
            <ac:spMk id="1039" creationId="{9C699E36-FBDA-E0CE-14DA-6399BC6E491C}"/>
          </ac:spMkLst>
        </pc:spChg>
        <pc:spChg chg="add del mod">
          <ac:chgData name="Mohammad Nasucha" userId="1346f31b-a737-4b43-93e0-d502aa96fb32" providerId="ADAL" clId="{50D727D8-1EB8-44E8-90B6-2D45703FCBB0}" dt="2025-04-28T04:48:21.899" v="1848" actId="478"/>
          <ac:spMkLst>
            <pc:docMk/>
            <pc:sldMk cId="2707149037" sldId="257"/>
            <ac:spMk id="1040" creationId="{91F8FDB7-01FF-0E09-0D6C-F1E6FE0B60B7}"/>
          </ac:spMkLst>
        </pc:spChg>
        <pc:spChg chg="add del mod">
          <ac:chgData name="Mohammad Nasucha" userId="1346f31b-a737-4b43-93e0-d502aa96fb32" providerId="ADAL" clId="{50D727D8-1EB8-44E8-90B6-2D45703FCBB0}" dt="2025-04-28T04:14:23.634" v="1196" actId="478"/>
          <ac:spMkLst>
            <pc:docMk/>
            <pc:sldMk cId="2707149037" sldId="257"/>
            <ac:spMk id="1041" creationId="{9642D592-2509-B30F-2F1B-2AB988D2C665}"/>
          </ac:spMkLst>
        </pc:spChg>
        <pc:spChg chg="add mod ord">
          <ac:chgData name="Mohammad Nasucha" userId="1346f31b-a737-4b43-93e0-d502aa96fb32" providerId="ADAL" clId="{50D727D8-1EB8-44E8-90B6-2D45703FCBB0}" dt="2025-04-28T05:00:02.714" v="2262" actId="1076"/>
          <ac:spMkLst>
            <pc:docMk/>
            <pc:sldMk cId="2707149037" sldId="257"/>
            <ac:spMk id="1042" creationId="{95FF59CE-F1ED-D211-4CBD-8DF1BBEE062D}"/>
          </ac:spMkLst>
        </pc:spChg>
        <pc:spChg chg="add mod ord">
          <ac:chgData name="Mohammad Nasucha" userId="1346f31b-a737-4b43-93e0-d502aa96fb32" providerId="ADAL" clId="{50D727D8-1EB8-44E8-90B6-2D45703FCBB0}" dt="2025-04-28T04:06:41.203" v="1010" actId="1076"/>
          <ac:spMkLst>
            <pc:docMk/>
            <pc:sldMk cId="2707149037" sldId="257"/>
            <ac:spMk id="1043" creationId="{48D4FDAB-0C54-8553-581E-E9F60F3B5689}"/>
          </ac:spMkLst>
        </pc:spChg>
        <pc:spChg chg="add del mod">
          <ac:chgData name="Mohammad Nasucha" userId="1346f31b-a737-4b43-93e0-d502aa96fb32" providerId="ADAL" clId="{50D727D8-1EB8-44E8-90B6-2D45703FCBB0}" dt="2025-04-28T04:15:03.159" v="1242" actId="478"/>
          <ac:spMkLst>
            <pc:docMk/>
            <pc:sldMk cId="2707149037" sldId="257"/>
            <ac:spMk id="1044" creationId="{83D75567-9C13-049C-9B42-7AC352A01468}"/>
          </ac:spMkLst>
        </pc:spChg>
        <pc:spChg chg="add del mod">
          <ac:chgData name="Mohammad Nasucha" userId="1346f31b-a737-4b43-93e0-d502aa96fb32" providerId="ADAL" clId="{50D727D8-1EB8-44E8-90B6-2D45703FCBB0}" dt="2025-04-28T04:50:15.388" v="1906" actId="478"/>
          <ac:spMkLst>
            <pc:docMk/>
            <pc:sldMk cId="2707149037" sldId="257"/>
            <ac:spMk id="1045" creationId="{67ACC359-6554-B936-4AFA-EE51A3A1A7AF}"/>
          </ac:spMkLst>
        </pc:spChg>
        <pc:spChg chg="add mod ord">
          <ac:chgData name="Mohammad Nasucha" userId="1346f31b-a737-4b43-93e0-d502aa96fb32" providerId="ADAL" clId="{50D727D8-1EB8-44E8-90B6-2D45703FCBB0}" dt="2025-04-28T04:22:29.925" v="1300" actId="167"/>
          <ac:spMkLst>
            <pc:docMk/>
            <pc:sldMk cId="2707149037" sldId="257"/>
            <ac:spMk id="1046" creationId="{503855F9-2675-B6B4-8DB3-16BC2A6B099F}"/>
          </ac:spMkLst>
        </pc:spChg>
        <pc:spChg chg="add mod">
          <ac:chgData name="Mohammad Nasucha" userId="1346f31b-a737-4b43-93e0-d502aa96fb32" providerId="ADAL" clId="{50D727D8-1EB8-44E8-90B6-2D45703FCBB0}" dt="2025-04-28T04:44:15.097" v="1842" actId="14100"/>
          <ac:spMkLst>
            <pc:docMk/>
            <pc:sldMk cId="2707149037" sldId="257"/>
            <ac:spMk id="1047" creationId="{164989FA-37EE-E31F-D89A-75DA0A084503}"/>
          </ac:spMkLst>
        </pc:spChg>
        <pc:spChg chg="add mod">
          <ac:chgData name="Mohammad Nasucha" userId="1346f31b-a737-4b43-93e0-d502aa96fb32" providerId="ADAL" clId="{50D727D8-1EB8-44E8-90B6-2D45703FCBB0}" dt="2025-04-28T05:00:30.866" v="2264" actId="1037"/>
          <ac:spMkLst>
            <pc:docMk/>
            <pc:sldMk cId="2707149037" sldId="257"/>
            <ac:spMk id="1048" creationId="{A881BBF1-34FF-0BD2-89EF-B9F85C7C403A}"/>
          </ac:spMkLst>
        </pc:spChg>
        <pc:spChg chg="add del mod">
          <ac:chgData name="Mohammad Nasucha" userId="1346f31b-a737-4b43-93e0-d502aa96fb32" providerId="ADAL" clId="{50D727D8-1EB8-44E8-90B6-2D45703FCBB0}" dt="2025-04-28T04:50:15.388" v="1906" actId="478"/>
          <ac:spMkLst>
            <pc:docMk/>
            <pc:sldMk cId="2707149037" sldId="257"/>
            <ac:spMk id="1049" creationId="{80A4FD32-34F9-441F-A20F-BD52EE385B32}"/>
          </ac:spMkLst>
        </pc:spChg>
        <pc:spChg chg="add del mod">
          <ac:chgData name="Mohammad Nasucha" userId="1346f31b-a737-4b43-93e0-d502aa96fb32" providerId="ADAL" clId="{50D727D8-1EB8-44E8-90B6-2D45703FCBB0}" dt="2025-04-28T04:40:31.115" v="1745" actId="478"/>
          <ac:spMkLst>
            <pc:docMk/>
            <pc:sldMk cId="2707149037" sldId="257"/>
            <ac:spMk id="1050" creationId="{B012AEAC-D620-465E-D7CC-4B9007FC85F1}"/>
          </ac:spMkLst>
        </pc:spChg>
        <pc:spChg chg="add mod">
          <ac:chgData name="Mohammad Nasucha" userId="1346f31b-a737-4b43-93e0-d502aa96fb32" providerId="ADAL" clId="{50D727D8-1EB8-44E8-90B6-2D45703FCBB0}" dt="2025-04-28T04:40:47.205" v="1758" actId="1035"/>
          <ac:spMkLst>
            <pc:docMk/>
            <pc:sldMk cId="2707149037" sldId="257"/>
            <ac:spMk id="1051" creationId="{7BD9347E-88E9-EF05-543E-0226CC40D73C}"/>
          </ac:spMkLst>
        </pc:spChg>
        <pc:spChg chg="add mod">
          <ac:chgData name="Mohammad Nasucha" userId="1346f31b-a737-4b43-93e0-d502aa96fb32" providerId="ADAL" clId="{50D727D8-1EB8-44E8-90B6-2D45703FCBB0}" dt="2025-04-28T04:38:35.251" v="1658" actId="1035"/>
          <ac:spMkLst>
            <pc:docMk/>
            <pc:sldMk cId="2707149037" sldId="257"/>
            <ac:spMk id="1052" creationId="{5B39F25E-ED02-1AF1-F8E8-B8C50027AC46}"/>
          </ac:spMkLst>
        </pc:spChg>
        <pc:spChg chg="add mod">
          <ac:chgData name="Mohammad Nasucha" userId="1346f31b-a737-4b43-93e0-d502aa96fb32" providerId="ADAL" clId="{50D727D8-1EB8-44E8-90B6-2D45703FCBB0}" dt="2025-04-28T04:38:46.145" v="1697" actId="1038"/>
          <ac:spMkLst>
            <pc:docMk/>
            <pc:sldMk cId="2707149037" sldId="257"/>
            <ac:spMk id="1053" creationId="{DF2F9A5D-3B2B-2F62-4500-48B51404E6B3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1054" creationId="{DA80FA4E-2543-8B1D-71ED-0168E163183B}"/>
          </ac:spMkLst>
        </pc:spChg>
        <pc:spChg chg="add mod">
          <ac:chgData name="Mohammad Nasucha" userId="1346f31b-a737-4b43-93e0-d502aa96fb32" providerId="ADAL" clId="{50D727D8-1EB8-44E8-90B6-2D45703FCBB0}" dt="2025-04-28T05:00:30.866" v="2264" actId="1037"/>
          <ac:spMkLst>
            <pc:docMk/>
            <pc:sldMk cId="2707149037" sldId="257"/>
            <ac:spMk id="1055" creationId="{172AF33E-D6B9-DCBC-B55D-8ECA74BDEEF7}"/>
          </ac:spMkLst>
        </pc:spChg>
        <pc:spChg chg="add del mod">
          <ac:chgData name="Mohammad Nasucha" userId="1346f31b-a737-4b43-93e0-d502aa96fb32" providerId="ADAL" clId="{50D727D8-1EB8-44E8-90B6-2D45703FCBB0}" dt="2025-04-28T04:50:15.388" v="1906" actId="478"/>
          <ac:spMkLst>
            <pc:docMk/>
            <pc:sldMk cId="2707149037" sldId="257"/>
            <ac:spMk id="1056" creationId="{02573EF3-EE75-466D-B081-A0B08586BD1E}"/>
          </ac:spMkLst>
        </pc:spChg>
        <pc:spChg chg="add del mod ord">
          <ac:chgData name="Mohammad Nasucha" userId="1346f31b-a737-4b43-93e0-d502aa96fb32" providerId="ADAL" clId="{50D727D8-1EB8-44E8-90B6-2D45703FCBB0}" dt="2025-04-28T04:49:22.627" v="1905" actId="478"/>
          <ac:spMkLst>
            <pc:docMk/>
            <pc:sldMk cId="2707149037" sldId="257"/>
            <ac:spMk id="1057" creationId="{75508130-3843-6F82-A947-25057FE6DC59}"/>
          </ac:spMkLst>
        </pc:spChg>
        <pc:spChg chg="add del mod">
          <ac:chgData name="Mohammad Nasucha" userId="1346f31b-a737-4b43-93e0-d502aa96fb32" providerId="ADAL" clId="{50D727D8-1EB8-44E8-90B6-2D45703FCBB0}" dt="2025-04-28T04:52:59.469" v="2036" actId="478"/>
          <ac:spMkLst>
            <pc:docMk/>
            <pc:sldMk cId="2707149037" sldId="257"/>
            <ac:spMk id="1058" creationId="{1FC90569-EB4F-3095-335A-B91E446DE81B}"/>
          </ac:spMkLst>
        </pc:spChg>
        <pc:spChg chg="add mod or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1059" creationId="{1AFE085C-7543-0D70-822A-C815F0C2E0DD}"/>
          </ac:spMkLst>
        </pc:spChg>
        <pc:spChg chg="add mod">
          <ac:chgData name="Mohammad Nasucha" userId="1346f31b-a737-4b43-93e0-d502aa96fb32" providerId="ADAL" clId="{50D727D8-1EB8-44E8-90B6-2D45703FCBB0}" dt="2025-04-28T05:02:15.893" v="2329" actId="1037"/>
          <ac:spMkLst>
            <pc:docMk/>
            <pc:sldMk cId="2707149037" sldId="257"/>
            <ac:spMk id="1060" creationId="{41FC39DE-8B07-6F2F-76E3-B1F8EF315F69}"/>
          </ac:spMkLst>
        </pc:spChg>
        <pc:spChg chg="add mod">
          <ac:chgData name="Mohammad Nasucha" userId="1346f31b-a737-4b43-93e0-d502aa96fb32" providerId="ADAL" clId="{50D727D8-1EB8-44E8-90B6-2D45703FCBB0}" dt="2025-04-28T04:53:52.889" v="2084" actId="1036"/>
          <ac:spMkLst>
            <pc:docMk/>
            <pc:sldMk cId="2707149037" sldId="257"/>
            <ac:spMk id="1061" creationId="{B88A13A2-B294-9EFA-623E-B17046A788BD}"/>
          </ac:spMkLst>
        </pc:spChg>
        <pc:spChg chg="add mod">
          <ac:chgData name="Mohammad Nasucha" userId="1346f31b-a737-4b43-93e0-d502aa96fb32" providerId="ADAL" clId="{50D727D8-1EB8-44E8-90B6-2D45703FCBB0}" dt="2025-04-28T04:53:52.889" v="2084" actId="1036"/>
          <ac:spMkLst>
            <pc:docMk/>
            <pc:sldMk cId="2707149037" sldId="257"/>
            <ac:spMk id="1062" creationId="{7495556A-F53E-0111-0870-9A0AB17E33ED}"/>
          </ac:spMkLst>
        </pc:spChg>
        <pc:spChg chg="add mod">
          <ac:chgData name="Mohammad Nasucha" userId="1346f31b-a737-4b43-93e0-d502aa96fb32" providerId="ADAL" clId="{50D727D8-1EB8-44E8-90B6-2D45703FCBB0}" dt="2025-04-28T04:58:31.006" v="2258" actId="207"/>
          <ac:spMkLst>
            <pc:docMk/>
            <pc:sldMk cId="2707149037" sldId="257"/>
            <ac:spMk id="1063" creationId="{926FA5B0-085A-689D-36A7-6E5DC61EDE74}"/>
          </ac:spMkLst>
        </pc:spChg>
        <pc:spChg chg="add mod ord">
          <ac:chgData name="Mohammad Nasucha" userId="1346f31b-a737-4b43-93e0-d502aa96fb32" providerId="ADAL" clId="{50D727D8-1EB8-44E8-90B6-2D45703FCBB0}" dt="2025-04-28T05:01:55.496" v="2272" actId="14100"/>
          <ac:spMkLst>
            <pc:docMk/>
            <pc:sldMk cId="2707149037" sldId="257"/>
            <ac:spMk id="1064" creationId="{F647E395-BD9F-12B5-9D52-D466ECE92A5C}"/>
          </ac:spMkLst>
        </pc:spChg>
        <pc:picChg chg="del">
          <ac:chgData name="Mohammad Nasucha" userId="1346f31b-a737-4b43-93e0-d502aa96fb32" providerId="ADAL" clId="{50D727D8-1EB8-44E8-90B6-2D45703FCBB0}" dt="2025-04-28T03:20:33.113" v="2" actId="478"/>
          <ac:picMkLst>
            <pc:docMk/>
            <pc:sldMk cId="2707149037" sldId="257"/>
            <ac:picMk id="5" creationId="{7C652996-AC3D-49C5-8761-9447F2723CD2}"/>
          </ac:picMkLst>
        </pc:picChg>
        <pc:picChg chg="del">
          <ac:chgData name="Mohammad Nasucha" userId="1346f31b-a737-4b43-93e0-d502aa96fb32" providerId="ADAL" clId="{50D727D8-1EB8-44E8-90B6-2D45703FCBB0}" dt="2025-04-28T03:20:29.116" v="1" actId="478"/>
          <ac:picMkLst>
            <pc:docMk/>
            <pc:sldMk cId="2707149037" sldId="257"/>
            <ac:picMk id="1030" creationId="{8F8D43E1-FF0F-171E-F8A4-482EBA846944}"/>
          </ac:picMkLst>
        </pc:picChg>
        <pc:picChg chg="del">
          <ac:chgData name="Mohammad Nasucha" userId="1346f31b-a737-4b43-93e0-d502aa96fb32" providerId="ADAL" clId="{50D727D8-1EB8-44E8-90B6-2D45703FCBB0}" dt="2025-04-28T03:20:29.116" v="1" actId="478"/>
          <ac:picMkLst>
            <pc:docMk/>
            <pc:sldMk cId="2707149037" sldId="257"/>
            <ac:picMk id="1032" creationId="{19F62BDA-591C-B485-E72A-53F6338FD368}"/>
          </ac:picMkLst>
        </pc:picChg>
      </pc:sldChg>
      <pc:sldChg chg="addSp delSp modSp add del mod setBg">
        <pc:chgData name="Mohammad Nasucha" userId="1346f31b-a737-4b43-93e0-d502aa96fb32" providerId="ADAL" clId="{50D727D8-1EB8-44E8-90B6-2D45703FCBB0}" dt="2025-04-28T05:11:20.347" v="2559" actId="47"/>
        <pc:sldMkLst>
          <pc:docMk/>
          <pc:sldMk cId="665693180" sldId="258"/>
        </pc:sldMkLst>
        <pc:spChg chg="add mod">
          <ac:chgData name="Mohammad Nasucha" userId="1346f31b-a737-4b43-93e0-d502aa96fb32" providerId="ADAL" clId="{50D727D8-1EB8-44E8-90B6-2D45703FCBB0}" dt="2025-04-28T05:06:35.072" v="2440" actId="1038"/>
          <ac:spMkLst>
            <pc:docMk/>
            <pc:sldMk cId="665693180" sldId="258"/>
            <ac:spMk id="4" creationId="{4EC2FEC8-E0E4-8E31-478B-7998A10BE394}"/>
          </ac:spMkLst>
        </pc:spChg>
        <pc:spChg chg="add mod">
          <ac:chgData name="Mohammad Nasucha" userId="1346f31b-a737-4b43-93e0-d502aa96fb32" providerId="ADAL" clId="{50D727D8-1EB8-44E8-90B6-2D45703FCBB0}" dt="2025-04-28T05:09:47.808" v="2506" actId="1076"/>
          <ac:spMkLst>
            <pc:docMk/>
            <pc:sldMk cId="665693180" sldId="258"/>
            <ac:spMk id="5" creationId="{D3AAC211-1AD1-3194-0597-9838B164EEC7}"/>
          </ac:spMkLst>
        </pc:spChg>
        <pc:spChg chg="mod">
          <ac:chgData name="Mohammad Nasucha" userId="1346f31b-a737-4b43-93e0-d502aa96fb32" providerId="ADAL" clId="{50D727D8-1EB8-44E8-90B6-2D45703FCBB0}" dt="2025-04-28T05:06:22.361" v="2391" actId="1038"/>
          <ac:spMkLst>
            <pc:docMk/>
            <pc:sldMk cId="665693180" sldId="258"/>
            <ac:spMk id="1036" creationId="{91B1C5A9-75CB-1A58-7FF3-E5B1D11336EA}"/>
          </ac:spMkLst>
        </pc:spChg>
        <pc:spChg chg="del">
          <ac:chgData name="Mohammad Nasucha" userId="1346f31b-a737-4b43-93e0-d502aa96fb32" providerId="ADAL" clId="{50D727D8-1EB8-44E8-90B6-2D45703FCBB0}" dt="2025-04-28T05:06:16.623" v="2389" actId="478"/>
          <ac:spMkLst>
            <pc:docMk/>
            <pc:sldMk cId="665693180" sldId="258"/>
            <ac:spMk id="1037" creationId="{8AF3C074-8A47-8068-0DDD-7D6D3DB3337B}"/>
          </ac:spMkLst>
        </pc:spChg>
        <pc:spChg chg="mod">
          <ac:chgData name="Mohammad Nasucha" userId="1346f31b-a737-4b43-93e0-d502aa96fb32" providerId="ADAL" clId="{50D727D8-1EB8-44E8-90B6-2D45703FCBB0}" dt="2025-04-28T05:09:47.808" v="2506" actId="1076"/>
          <ac:spMkLst>
            <pc:docMk/>
            <pc:sldMk cId="665693180" sldId="258"/>
            <ac:spMk id="1043" creationId="{2AB816D8-47A2-76CB-987D-8D7166E8E3C3}"/>
          </ac:spMkLst>
        </pc:spChg>
        <pc:spChg chg="mod">
          <ac:chgData name="Mohammad Nasucha" userId="1346f31b-a737-4b43-93e0-d502aa96fb32" providerId="ADAL" clId="{50D727D8-1EB8-44E8-90B6-2D45703FCBB0}" dt="2025-04-28T05:06:57.726" v="2467" actId="1035"/>
          <ac:spMkLst>
            <pc:docMk/>
            <pc:sldMk cId="665693180" sldId="258"/>
            <ac:spMk id="1047" creationId="{FB2A87A9-60F7-71A9-8A47-5C9A43D2C419}"/>
          </ac:spMkLst>
        </pc:spChg>
        <pc:spChg chg="del">
          <ac:chgData name="Mohammad Nasucha" userId="1346f31b-a737-4b43-93e0-d502aa96fb32" providerId="ADAL" clId="{50D727D8-1EB8-44E8-90B6-2D45703FCBB0}" dt="2025-04-28T05:09:37.619" v="2505" actId="478"/>
          <ac:spMkLst>
            <pc:docMk/>
            <pc:sldMk cId="665693180" sldId="258"/>
            <ac:spMk id="1060" creationId="{07E1CEF9-E359-5700-58B7-9A09304AE35A}"/>
          </ac:spMkLst>
        </pc:spChg>
        <pc:spChg chg="del">
          <ac:chgData name="Mohammad Nasucha" userId="1346f31b-a737-4b43-93e0-d502aa96fb32" providerId="ADAL" clId="{50D727D8-1EB8-44E8-90B6-2D45703FCBB0}" dt="2025-04-28T05:09:37.619" v="2505" actId="478"/>
          <ac:spMkLst>
            <pc:docMk/>
            <pc:sldMk cId="665693180" sldId="258"/>
            <ac:spMk id="1061" creationId="{D220BEC5-4935-DE8D-3D9E-AB945E4B857F}"/>
          </ac:spMkLst>
        </pc:spChg>
        <pc:spChg chg="del">
          <ac:chgData name="Mohammad Nasucha" userId="1346f31b-a737-4b43-93e0-d502aa96fb32" providerId="ADAL" clId="{50D727D8-1EB8-44E8-90B6-2D45703FCBB0}" dt="2025-04-28T05:09:37.619" v="2505" actId="478"/>
          <ac:spMkLst>
            <pc:docMk/>
            <pc:sldMk cId="665693180" sldId="258"/>
            <ac:spMk id="1062" creationId="{4605E29E-E41C-482C-52A9-67B254AA6341}"/>
          </ac:spMkLst>
        </pc:spChg>
      </pc:sldChg>
      <pc:sldChg chg="addSp delSp modSp add mod">
        <pc:chgData name="Mohammad Nasucha" userId="1346f31b-a737-4b43-93e0-d502aa96fb32" providerId="ADAL" clId="{50D727D8-1EB8-44E8-90B6-2D45703FCBB0}" dt="2025-04-28T05:12:00.415" v="2562" actId="14100"/>
        <pc:sldMkLst>
          <pc:docMk/>
          <pc:sldMk cId="2122280988" sldId="259"/>
        </pc:sldMkLst>
        <pc:spChg chg="mod">
          <ac:chgData name="Mohammad Nasucha" userId="1346f31b-a737-4b43-93e0-d502aa96fb32" providerId="ADAL" clId="{50D727D8-1EB8-44E8-90B6-2D45703FCBB0}" dt="2025-04-28T05:10:16.231" v="2515" actId="1038"/>
          <ac:spMkLst>
            <pc:docMk/>
            <pc:sldMk cId="2122280988" sldId="259"/>
            <ac:spMk id="5" creationId="{4ED4C16D-97EE-296E-8BC4-9C42F5C1AE2B}"/>
          </ac:spMkLst>
        </pc:spChg>
        <pc:spChg chg="add mod">
          <ac:chgData name="Mohammad Nasucha" userId="1346f31b-a737-4b43-93e0-d502aa96fb32" providerId="ADAL" clId="{50D727D8-1EB8-44E8-90B6-2D45703FCBB0}" dt="2025-04-28T05:10:48.218" v="2558" actId="1035"/>
          <ac:spMkLst>
            <pc:docMk/>
            <pc:sldMk cId="2122280988" sldId="259"/>
            <ac:spMk id="6" creationId="{38FBE091-08A4-8CED-2459-A39FC17DC398}"/>
          </ac:spMkLst>
        </pc:spChg>
        <pc:spChg chg="add mod">
          <ac:chgData name="Mohammad Nasucha" userId="1346f31b-a737-4b43-93e0-d502aa96fb32" providerId="ADAL" clId="{50D727D8-1EB8-44E8-90B6-2D45703FCBB0}" dt="2025-04-28T05:10:48.218" v="2558" actId="1035"/>
          <ac:spMkLst>
            <pc:docMk/>
            <pc:sldMk cId="2122280988" sldId="259"/>
            <ac:spMk id="7" creationId="{AE706F81-A75C-4571-CBD3-99A0A828ADD7}"/>
          </ac:spMkLst>
        </pc:spChg>
        <pc:spChg chg="mod">
          <ac:chgData name="Mohammad Nasucha" userId="1346f31b-a737-4b43-93e0-d502aa96fb32" providerId="ADAL" clId="{50D727D8-1EB8-44E8-90B6-2D45703FCBB0}" dt="2025-04-28T05:12:00.415" v="2562" actId="14100"/>
          <ac:spMkLst>
            <pc:docMk/>
            <pc:sldMk cId="2122280988" sldId="259"/>
            <ac:spMk id="1046" creationId="{F9666DC9-B9B8-ED15-BD8D-6066408E2DC0}"/>
          </ac:spMkLst>
        </pc:spChg>
        <pc:spChg chg="del">
          <ac:chgData name="Mohammad Nasucha" userId="1346f31b-a737-4b43-93e0-d502aa96fb32" providerId="ADAL" clId="{50D727D8-1EB8-44E8-90B6-2D45703FCBB0}" dt="2025-04-28T05:10:07.661" v="2508" actId="478"/>
          <ac:spMkLst>
            <pc:docMk/>
            <pc:sldMk cId="2122280988" sldId="259"/>
            <ac:spMk id="1048" creationId="{192F1C8F-2BD1-8503-C099-0BDAD700D94B}"/>
          </ac:spMkLst>
        </pc:spChg>
        <pc:spChg chg="del">
          <ac:chgData name="Mohammad Nasucha" userId="1346f31b-a737-4b43-93e0-d502aa96fb32" providerId="ADAL" clId="{50D727D8-1EB8-44E8-90B6-2D45703FCBB0}" dt="2025-04-28T05:10:07.661" v="2508" actId="478"/>
          <ac:spMkLst>
            <pc:docMk/>
            <pc:sldMk cId="2122280988" sldId="259"/>
            <ac:spMk id="1055" creationId="{EF258B05-6B6B-6AE3-ED83-77A3B76A97BA}"/>
          </ac:spMkLst>
        </pc:spChg>
        <pc:spChg chg="del">
          <ac:chgData name="Mohammad Nasucha" userId="1346f31b-a737-4b43-93e0-d502aa96fb32" providerId="ADAL" clId="{50D727D8-1EB8-44E8-90B6-2D45703FCBB0}" dt="2025-04-28T05:10:07.661" v="2508" actId="478"/>
          <ac:spMkLst>
            <pc:docMk/>
            <pc:sldMk cId="2122280988" sldId="259"/>
            <ac:spMk id="1059" creationId="{019C7CA4-9C93-CC42-8270-27C353E984E0}"/>
          </ac:spMkLst>
        </pc:spChg>
      </pc:sldChg>
      <pc:sldChg chg="modSp add del mod">
        <pc:chgData name="Mohammad Nasucha" userId="1346f31b-a737-4b43-93e0-d502aa96fb32" providerId="ADAL" clId="{50D727D8-1EB8-44E8-90B6-2D45703FCBB0}" dt="2025-04-28T05:13:50.753" v="2564" actId="47"/>
        <pc:sldMkLst>
          <pc:docMk/>
          <pc:sldMk cId="3141098908" sldId="260"/>
        </pc:sldMkLst>
        <pc:spChg chg="mod">
          <ac:chgData name="Mohammad Nasucha" userId="1346f31b-a737-4b43-93e0-d502aa96fb32" providerId="ADAL" clId="{50D727D8-1EB8-44E8-90B6-2D45703FCBB0}" dt="2025-04-28T05:12:20.514" v="2563" actId="14100"/>
          <ac:spMkLst>
            <pc:docMk/>
            <pc:sldMk cId="3141098908" sldId="260"/>
            <ac:spMk id="1046" creationId="{66CEB002-FBA2-165D-938C-70446A8AE4DC}"/>
          </ac:spMkLst>
        </pc:spChg>
        <pc:spChg chg="mod">
          <ac:chgData name="Mohammad Nasucha" userId="1346f31b-a737-4b43-93e0-d502aa96fb32" providerId="ADAL" clId="{50D727D8-1EB8-44E8-90B6-2D45703FCBB0}" dt="2025-04-28T05:11:29.204" v="2561" actId="207"/>
          <ac:spMkLst>
            <pc:docMk/>
            <pc:sldMk cId="3141098908" sldId="260"/>
            <ac:spMk id="1064" creationId="{823A110B-D4D8-77D3-5DF4-FBC42E49EFE5}"/>
          </ac:spMkLst>
        </pc:spChg>
      </pc:sldChg>
      <pc:sldChg chg="addSp modSp add del mod">
        <pc:chgData name="Mohammad Nasucha" userId="1346f31b-a737-4b43-93e0-d502aa96fb32" providerId="ADAL" clId="{50D727D8-1EB8-44E8-90B6-2D45703FCBB0}" dt="2025-04-28T05:22:35.506" v="2623" actId="47"/>
        <pc:sldMkLst>
          <pc:docMk/>
          <pc:sldMk cId="3751853788" sldId="260"/>
        </pc:sldMkLst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6" creationId="{2A714147-5DBE-B856-9ACE-BF06058B2158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3" creationId="{134380B9-1685-D7BB-2C32-0597D5A78F03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4" creationId="{29549E2B-D591-4CBD-D4F0-681ACD3CD8B5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30" creationId="{7EDE5FB1-72D2-EDDB-4ED3-90C8913E61B8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31" creationId="{777D4D45-F4B0-5B5C-C010-30B03AA823CE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024" creationId="{C99D2FA5-B5D8-59C9-5408-6DE6FD9730AA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038" creationId="{A97ACA04-3460-8F50-E9A7-2DB5467B8C00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043" creationId="{3DD5B1C9-0403-926B-47FE-C41833657685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047" creationId="{2FA056BD-7DCF-1ACC-B41B-16F5D950361B}"/>
          </ac:spMkLst>
        </pc:spChg>
        <pc:spChg chg="mod">
          <ac:chgData name="Mohammad Nasucha" userId="1346f31b-a737-4b43-93e0-d502aa96fb32" providerId="ADAL" clId="{50D727D8-1EB8-44E8-90B6-2D45703FCBB0}" dt="2025-04-28T05:14:20.619" v="2568" actId="164"/>
          <ac:spMkLst>
            <pc:docMk/>
            <pc:sldMk cId="3751853788" sldId="260"/>
            <ac:spMk id="1054" creationId="{BF48F42B-8034-6DDF-B4F8-5A3B21A3F3DA}"/>
          </ac:spMkLst>
        </pc:spChg>
        <pc:grpChg chg="mod">
          <ac:chgData name="Mohammad Nasucha" userId="1346f31b-a737-4b43-93e0-d502aa96fb32" providerId="ADAL" clId="{50D727D8-1EB8-44E8-90B6-2D45703FCBB0}" dt="2025-04-28T05:15:01.461" v="2583" actId="1037"/>
          <ac:grpSpMkLst>
            <pc:docMk/>
            <pc:sldMk cId="3751853788" sldId="260"/>
            <ac:grpSpMk id="9" creationId="{47EE946E-1FBB-C39C-7848-525DE667F328}"/>
          </ac:grpSpMkLst>
        </pc:grpChg>
      </pc:sldChg>
      <pc:sldChg chg="modSp add del mod">
        <pc:chgData name="Mohammad Nasucha" userId="1346f31b-a737-4b43-93e0-d502aa96fb32" providerId="ADAL" clId="{50D727D8-1EB8-44E8-90B6-2D45703FCBB0}" dt="2025-04-28T05:22:37.283" v="2624" actId="47"/>
        <pc:sldMkLst>
          <pc:docMk/>
          <pc:sldMk cId="1892578755" sldId="261"/>
        </pc:sldMkLst>
        <pc:spChg chg="mod">
          <ac:chgData name="Mohammad Nasucha" userId="1346f31b-a737-4b43-93e0-d502aa96fb32" providerId="ADAL" clId="{50D727D8-1EB8-44E8-90B6-2D45703FCBB0}" dt="2025-04-28T05:15:45.675" v="2585" actId="207"/>
          <ac:spMkLst>
            <pc:docMk/>
            <pc:sldMk cId="1892578755" sldId="261"/>
            <ac:spMk id="1064" creationId="{7AA57ED5-68CD-A2DE-6F51-632F3DCCD2FE}"/>
          </ac:spMkLst>
        </pc:spChg>
      </pc:sldChg>
      <pc:sldChg chg="modSp add mod">
        <pc:chgData name="Mohammad Nasucha" userId="1346f31b-a737-4b43-93e0-d502aa96fb32" providerId="ADAL" clId="{50D727D8-1EB8-44E8-90B6-2D45703FCBB0}" dt="2025-04-28T05:22:10.133" v="2621" actId="1038"/>
        <pc:sldMkLst>
          <pc:docMk/>
          <pc:sldMk cId="2293683465" sldId="262"/>
        </pc:sldMkLst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8" creationId="{7B4F9B8E-2D08-DA15-E491-1DC6DC6A3B0A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17" creationId="{4A62D048-8581-812D-44AA-83E68C8C1979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22" creationId="{DA1921F6-4697-B849-3444-B8DF9CCC27F1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23" creationId="{3E8BEE42-A518-3E60-420F-14F07A2B56E2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24" creationId="{E1DC24ED-28E4-F145-E436-B9CB903676D3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25" creationId="{464FB912-F431-5B98-7A70-C2743E1EA505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26" creationId="{BE123D0D-E64B-4AC4-D3AB-CB75E1753A3F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27" creationId="{A60B68DD-91AC-430B-5199-8025AF4F4893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29" creationId="{55930DC0-C011-25E4-4D93-FFC12EE3A96A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30" creationId="{9833125D-AD51-D7B7-98D6-71AA63EB547F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31" creationId="{54F35048-AA5A-5679-27BD-889C1D655798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1024" creationId="{C72FD160-F3A6-A710-CA61-DE3FEEC3D7C2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1029" creationId="{BD9E3ADC-D7D3-F8D8-EC55-73C16A76483D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1031" creationId="{0B99AFFD-510F-223F-EE4A-AFAE716CE138}"/>
          </ac:spMkLst>
        </pc:spChg>
        <pc:spChg chg="mod">
          <ac:chgData name="Mohammad Nasucha" userId="1346f31b-a737-4b43-93e0-d502aa96fb32" providerId="ADAL" clId="{50D727D8-1EB8-44E8-90B6-2D45703FCBB0}" dt="2025-04-28T05:22:01.469" v="2618" actId="1035"/>
          <ac:spMkLst>
            <pc:docMk/>
            <pc:sldMk cId="2293683465" sldId="262"/>
            <ac:spMk id="1051" creationId="{722D10C6-91CD-97E9-E3BB-896D4AE75F02}"/>
          </ac:spMkLst>
        </pc:spChg>
        <pc:spChg chg="mod">
          <ac:chgData name="Mohammad Nasucha" userId="1346f31b-a737-4b43-93e0-d502aa96fb32" providerId="ADAL" clId="{50D727D8-1EB8-44E8-90B6-2D45703FCBB0}" dt="2025-04-28T05:22:10.133" v="2621" actId="1038"/>
          <ac:spMkLst>
            <pc:docMk/>
            <pc:sldMk cId="2293683465" sldId="262"/>
            <ac:spMk id="1054" creationId="{971EECB2-05E6-FC31-6D38-6A916F407C7A}"/>
          </ac:spMkLst>
        </pc:spChg>
      </pc:sldChg>
      <pc:sldChg chg="addSp modSp add mod">
        <pc:chgData name="Mohammad Nasucha" userId="1346f31b-a737-4b43-93e0-d502aa96fb32" providerId="ADAL" clId="{50D727D8-1EB8-44E8-90B6-2D45703FCBB0}" dt="2025-04-28T05:24:22.823" v="2658" actId="207"/>
        <pc:sldMkLst>
          <pc:docMk/>
          <pc:sldMk cId="1930710993" sldId="263"/>
        </pc:sldMkLst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7" creationId="{0118661C-D562-2029-2D9A-91A03842EF36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8" creationId="{63E6E0B8-7835-316D-97D4-B550B0436E84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29" creationId="{DB7C3FCF-72FE-C3F7-FD87-E6C9B867C53F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30" creationId="{AF3FF82D-6634-87FD-DFBF-F0F60E239AFB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1025" creationId="{DC290A8D-EB81-2239-A7F1-476410E3588A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1031" creationId="{8AA03051-A68B-4243-74D8-B9B721488789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1033" creationId="{ECFBCBCE-FC87-E53D-710A-EF1C7845BE66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1042" creationId="{8D996DEC-732E-73E5-FDCF-5F071E55EBDE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1054" creationId="{B39A28E0-A854-A9A7-5D78-3979E29222D2}"/>
          </ac:spMkLst>
        </pc:spChg>
        <pc:spChg chg="mod">
          <ac:chgData name="Mohammad Nasucha" userId="1346f31b-a737-4b43-93e0-d502aa96fb32" providerId="ADAL" clId="{50D727D8-1EB8-44E8-90B6-2D45703FCBB0}" dt="2025-04-28T05:22:51.871" v="2625" actId="164"/>
          <ac:spMkLst>
            <pc:docMk/>
            <pc:sldMk cId="1930710993" sldId="263"/>
            <ac:spMk id="1063" creationId="{72DFDDF8-B3C3-C03A-817D-847F70CE7031}"/>
          </ac:spMkLst>
        </pc:spChg>
        <pc:spChg chg="mod">
          <ac:chgData name="Mohammad Nasucha" userId="1346f31b-a737-4b43-93e0-d502aa96fb32" providerId="ADAL" clId="{50D727D8-1EB8-44E8-90B6-2D45703FCBB0}" dt="2025-04-28T05:24:22.823" v="2658" actId="207"/>
          <ac:spMkLst>
            <pc:docMk/>
            <pc:sldMk cId="1930710993" sldId="263"/>
            <ac:spMk id="1064" creationId="{948501CB-C1C3-1646-7195-36E7CF53CE2A}"/>
          </ac:spMkLst>
        </pc:spChg>
        <pc:grpChg chg="mod">
          <ac:chgData name="Mohammad Nasucha" userId="1346f31b-a737-4b43-93e0-d502aa96fb32" providerId="ADAL" clId="{50D727D8-1EB8-44E8-90B6-2D45703FCBB0}" dt="2025-04-28T05:24:08.026" v="2656" actId="1037"/>
          <ac:grpSpMkLst>
            <pc:docMk/>
            <pc:sldMk cId="1930710993" sldId="263"/>
            <ac:grpSpMk id="9" creationId="{307DC15D-9497-E698-D336-52C9F7F898E2}"/>
          </ac:grpSpMkLst>
        </pc:grpChg>
      </pc:sldChg>
      <pc:sldChg chg="add">
        <pc:chgData name="Mohammad Nasucha" userId="1346f31b-a737-4b43-93e0-d502aa96fb32" providerId="ADAL" clId="{50D727D8-1EB8-44E8-90B6-2D45703FCBB0}" dt="2025-04-28T05:24:16.127" v="2657"/>
        <pc:sldMkLst>
          <pc:docMk/>
          <pc:sldMk cId="4113684587" sldId="264"/>
        </pc:sldMkLst>
      </pc:sldChg>
      <pc:sldChg chg="modSp add mod">
        <pc:chgData name="Mohammad Nasucha" userId="1346f31b-a737-4b43-93e0-d502aa96fb32" providerId="ADAL" clId="{50D727D8-1EB8-44E8-90B6-2D45703FCBB0}" dt="2025-04-28T06:52:07.838" v="2670" actId="1076"/>
        <pc:sldMkLst>
          <pc:docMk/>
          <pc:sldMk cId="1471862498" sldId="265"/>
        </pc:sldMkLst>
        <pc:grpChg chg="mod">
          <ac:chgData name="Mohammad Nasucha" userId="1346f31b-a737-4b43-93e0-d502aa96fb32" providerId="ADAL" clId="{50D727D8-1EB8-44E8-90B6-2D45703FCBB0}" dt="2025-04-28T06:52:07.838" v="2670" actId="1076"/>
          <ac:grpSpMkLst>
            <pc:docMk/>
            <pc:sldMk cId="1471862498" sldId="265"/>
            <ac:grpSpMk id="9" creationId="{73254321-6442-AFF7-8E81-B1D209754400}"/>
          </ac:grpSpMkLst>
        </pc:grpChg>
      </pc:sldChg>
      <pc:sldChg chg="modSp add mod">
        <pc:chgData name="Mohammad Nasucha" userId="1346f31b-a737-4b43-93e0-d502aa96fb32" providerId="ADAL" clId="{50D727D8-1EB8-44E8-90B6-2D45703FCBB0}" dt="2025-04-28T05:34:30.537" v="2667" actId="207"/>
        <pc:sldMkLst>
          <pc:docMk/>
          <pc:sldMk cId="2025104046" sldId="266"/>
        </pc:sldMkLst>
        <pc:spChg chg="mod">
          <ac:chgData name="Mohammad Nasucha" userId="1346f31b-a737-4b43-93e0-d502aa96fb32" providerId="ADAL" clId="{50D727D8-1EB8-44E8-90B6-2D45703FCBB0}" dt="2025-04-28T05:34:30.537" v="2667" actId="207"/>
          <ac:spMkLst>
            <pc:docMk/>
            <pc:sldMk cId="2025104046" sldId="266"/>
            <ac:spMk id="1064" creationId="{8E3A088E-3819-3240-22D9-AD0195BCCF7C}"/>
          </ac:spMkLst>
        </pc:spChg>
      </pc:sldChg>
    </pc:docChg>
  </pc:docChgLst>
  <pc:docChgLst>
    <pc:chgData name="Mohammad Nasucha" userId="1346f31b-a737-4b43-93e0-d502aa96fb32" providerId="ADAL" clId="{5B632F8E-6405-46EA-B57B-B848A3C8647B}"/>
    <pc:docChg chg="custSel addSld modSld">
      <pc:chgData name="Mohammad Nasucha" userId="1346f31b-a737-4b43-93e0-d502aa96fb32" providerId="ADAL" clId="{5B632F8E-6405-46EA-B57B-B848A3C8647B}" dt="2023-05-31T03:01:59.252" v="81" actId="1037"/>
      <pc:docMkLst>
        <pc:docMk/>
      </pc:docMkLst>
      <pc:sldChg chg="addSp delSp modSp new mod">
        <pc:chgData name="Mohammad Nasucha" userId="1346f31b-a737-4b43-93e0-d502aa96fb32" providerId="ADAL" clId="{5B632F8E-6405-46EA-B57B-B848A3C8647B}" dt="2023-05-31T03:01:59.252" v="81" actId="1037"/>
        <pc:sldMkLst>
          <pc:docMk/>
          <pc:sldMk cId="1498822259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3AA4-6897-7BDD-018C-D65A653C8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3BD5B-F543-1A95-882A-DB6FB5446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1F404-A6F2-DBF2-ABB7-F7869EA6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31F7-0A08-E708-165E-8AD21DAC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5FB4D-27CF-2EF3-8591-2D4051FB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347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F724-6BC5-BE17-8513-B859916F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994AE-015B-3BBE-6CDF-1F0FB27F7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B7843-EBA8-2193-C7B5-16E72020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670E4-872C-B6DC-1844-3B716975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BAD2E-3C87-536C-B432-A430F6D0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395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BF07-99F5-7D4F-2333-2454AD46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1A2E-D9CA-CE16-4574-5CF87DCE0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0839E-E48E-3E97-22D4-21ABE05B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D8E5D-9508-CB07-72EB-B0837C28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FCC76-A3EE-36F2-C31E-EAA38915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929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181F-1BCF-BD59-3073-AC0B1FA0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9DF2-52C1-D49B-704B-9D4A750A7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A05FC-6965-F0D1-127E-4CC666DD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99C4E-F84B-D68E-DBDB-3F2643D2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8A8D6-7703-0983-82CE-12F6CCF4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8F001-99FF-3675-BCBF-46D5417B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692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0DAE-0430-4A0D-42EA-27CB5A45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F3AE4-AEB4-E555-AF5D-75254A944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8F04E-94E2-8771-AE92-50E98F27A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80648-179C-4CF9-681A-2373CF333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6282B-621E-F2B5-C799-4058FE03D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3950C-2AFA-AB1B-DD15-68864225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ED7D85-0A39-902D-DDF7-2FD9BD07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4138E-10CB-4D57-71AA-A7A0F196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87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6D5D-DE0A-9EC9-CF62-C1AF2CD5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A0297-5D12-8F8C-7A06-DF7ACA59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5A2F3-CF57-3D70-96BF-0F80CEA3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C4823-D78C-3293-CEE9-4A249189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475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3ED7F8-E1D9-5D46-9FC8-73F7616D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62F7C-634C-2AC6-C162-88688C39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CAB97-2DE7-C248-CE14-5690FC96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972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3197-4610-D854-6C84-88CB0E9E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1930E-6A29-4C52-55B6-C61AB1494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2938B-629B-BF4B-C36F-D657A6432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4CB90-89AF-8F49-3BC8-77AA9459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49762-28F0-4D5F-892A-7F8AF79F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99F6D-4772-B1A7-03F4-43C9FB76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164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30DC-8A46-9796-EA89-5059F0A5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F10C4-5CC9-4C62-4348-CA16046F7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A0F56-3FA5-5EB5-DADE-8D79832DE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E215B-E6C9-A342-F49E-E05D1ED8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5D95B-BFB6-9A1C-10FD-14BBDF8D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F4AFD-BAA9-5DAB-5287-B599144B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090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0527-87F8-2457-F07D-287E58AB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91C78-3BF5-1C9B-EE7D-DF98CC368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FDD87-C673-6BD5-7DD0-7CAA4415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58F1E-3FE9-DFF4-C432-FE16AA81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D7FAE-3C81-EA0B-AEA4-E1005234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843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C60EF-9D00-70FE-AAB8-8B4790FEF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2B6C2-D370-D400-24D8-495627983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B64D0-C493-E079-098B-22BE8BA5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B333F-431D-27E5-39DF-44D24FF4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BEA7D-B516-81D3-72C6-A0B19421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893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8CEF8-988F-5971-8668-C4ABE89D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D9A45-06E8-5AA3-EC7D-C64774CB6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99D1B-09E0-74A5-43F9-E1EB3D30C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2EEF4-FF93-4BBC-B65B-C2CE64025CCA}" type="datetimeFigureOut">
              <a:rPr lang="en-ID" smtClean="0"/>
              <a:t>28/04/2025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18C0A-CE7A-9CBB-DDCE-2F13E8402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D33E4-D25C-CA32-347B-76268C169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026BA-4DC9-4685-B59C-7F03BDF6D4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467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FE245A-7D26-4146-E0B2-47262D2BB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72" y="159887"/>
            <a:ext cx="4273650" cy="226954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7B23418-B456-C0AE-8481-E3AA7EBB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412" y="976414"/>
            <a:ext cx="625683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7DCD20-C48E-30C1-6AA6-0417A7D0BCC6}"/>
              </a:ext>
            </a:extLst>
          </p:cNvPr>
          <p:cNvSpPr txBox="1"/>
          <p:nvPr/>
        </p:nvSpPr>
        <p:spPr>
          <a:xfrm>
            <a:off x="2106703" y="976414"/>
            <a:ext cx="2185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United States</a:t>
            </a:r>
            <a:endParaRPr lang="en-ID" sz="2800" b="1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4A629EE-9F38-72C4-0813-59BF3CCEC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580" y="1081878"/>
            <a:ext cx="625684" cy="4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B62474-5613-0334-EB1B-93FCB785ABC1}"/>
              </a:ext>
            </a:extLst>
          </p:cNvPr>
          <p:cNvSpPr txBox="1"/>
          <p:nvPr/>
        </p:nvSpPr>
        <p:spPr>
          <a:xfrm>
            <a:off x="5569578" y="1081878"/>
            <a:ext cx="1012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Discovery</a:t>
            </a:r>
            <a:endParaRPr lang="en-ID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82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849F-2CDA-8B83-4A95-83747B5D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063">
            <a:extLst>
              <a:ext uri="{FF2B5EF4-FFF2-40B4-BE49-F238E27FC236}">
                <a16:creationId xmlns:a16="http://schemas.microsoft.com/office/drawing/2014/main" id="{F5AB18F9-C45A-30C4-9C45-C44F725F1971}"/>
              </a:ext>
            </a:extLst>
          </p:cNvPr>
          <p:cNvSpPr/>
          <p:nvPr/>
        </p:nvSpPr>
        <p:spPr>
          <a:xfrm>
            <a:off x="0" y="0"/>
            <a:ext cx="7379208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9666DC9-B9B8-ED15-BD8D-6066408E2DC0}"/>
              </a:ext>
            </a:extLst>
          </p:cNvPr>
          <p:cNvSpPr/>
          <p:nvPr/>
        </p:nvSpPr>
        <p:spPr>
          <a:xfrm>
            <a:off x="2964746" y="1005131"/>
            <a:ext cx="45719" cy="59830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29D06A-3C03-30DB-9AF1-AF96BEAFB9F9}"/>
              </a:ext>
            </a:extLst>
          </p:cNvPr>
          <p:cNvSpPr/>
          <p:nvPr/>
        </p:nvSpPr>
        <p:spPr>
          <a:xfrm>
            <a:off x="2770151" y="1609783"/>
            <a:ext cx="1868318" cy="200104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A0660D99-2393-5B83-5089-E90A95105989}"/>
              </a:ext>
            </a:extLst>
          </p:cNvPr>
          <p:cNvSpPr/>
          <p:nvPr/>
        </p:nvSpPr>
        <p:spPr>
          <a:xfrm>
            <a:off x="3050763" y="831151"/>
            <a:ext cx="1298930" cy="127884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4BB0483A-28A7-306A-17C0-A10563C38F41}"/>
              </a:ext>
            </a:extLst>
          </p:cNvPr>
          <p:cNvSpPr/>
          <p:nvPr/>
        </p:nvSpPr>
        <p:spPr>
          <a:xfrm>
            <a:off x="3768693" y="1162068"/>
            <a:ext cx="336286" cy="2254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A2158D-5694-FDA3-2AB9-F54B795F8DD8}"/>
              </a:ext>
            </a:extLst>
          </p:cNvPr>
          <p:cNvSpPr/>
          <p:nvPr/>
        </p:nvSpPr>
        <p:spPr>
          <a:xfrm>
            <a:off x="2882153" y="1977256"/>
            <a:ext cx="1649506" cy="2088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1614DF-4920-EF3C-B05D-B6FFCA975398}"/>
              </a:ext>
            </a:extLst>
          </p:cNvPr>
          <p:cNvSpPr/>
          <p:nvPr/>
        </p:nvSpPr>
        <p:spPr>
          <a:xfrm>
            <a:off x="2342590" y="1989448"/>
            <a:ext cx="493209" cy="18560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4B129-9783-8B14-D3C4-63B9CF2EF802}"/>
              </a:ext>
            </a:extLst>
          </p:cNvPr>
          <p:cNvSpPr/>
          <p:nvPr/>
        </p:nvSpPr>
        <p:spPr>
          <a:xfrm>
            <a:off x="3000655" y="3947413"/>
            <a:ext cx="676275" cy="1547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7F9DE-2F44-74CD-AD9B-E3C06759725A}"/>
              </a:ext>
            </a:extLst>
          </p:cNvPr>
          <p:cNvSpPr/>
          <p:nvPr/>
        </p:nvSpPr>
        <p:spPr>
          <a:xfrm>
            <a:off x="3737444" y="3947413"/>
            <a:ext cx="676276" cy="1547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11395-95B5-EF01-17B9-FDA6918C9422}"/>
              </a:ext>
            </a:extLst>
          </p:cNvPr>
          <p:cNvSpPr/>
          <p:nvPr/>
        </p:nvSpPr>
        <p:spPr>
          <a:xfrm>
            <a:off x="2887755" y="5518406"/>
            <a:ext cx="788895" cy="2885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413DA9-A1D3-1256-A8EE-8756A608A79F}"/>
              </a:ext>
            </a:extLst>
          </p:cNvPr>
          <p:cNvSpPr/>
          <p:nvPr/>
        </p:nvSpPr>
        <p:spPr>
          <a:xfrm>
            <a:off x="3733239" y="5518406"/>
            <a:ext cx="788895" cy="2885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580A18-FA7F-FBF6-68DB-CDD7953FE264}"/>
              </a:ext>
            </a:extLst>
          </p:cNvPr>
          <p:cNvSpPr/>
          <p:nvPr/>
        </p:nvSpPr>
        <p:spPr>
          <a:xfrm>
            <a:off x="2342589" y="1890642"/>
            <a:ext cx="491455" cy="9575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C7BEBD-329E-432D-6E5F-E1E6F426F704}"/>
              </a:ext>
            </a:extLst>
          </p:cNvPr>
          <p:cNvSpPr/>
          <p:nvPr/>
        </p:nvSpPr>
        <p:spPr>
          <a:xfrm>
            <a:off x="2887583" y="1886004"/>
            <a:ext cx="321962" cy="965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4784D0-32F1-1598-837D-4A5F81598F65}"/>
              </a:ext>
            </a:extLst>
          </p:cNvPr>
          <p:cNvSpPr/>
          <p:nvPr/>
        </p:nvSpPr>
        <p:spPr>
          <a:xfrm>
            <a:off x="2489938" y="3868441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F33AB6-1BE7-5794-5FF6-62E8AE8633BA}"/>
              </a:ext>
            </a:extLst>
          </p:cNvPr>
          <p:cNvSpPr/>
          <p:nvPr/>
        </p:nvSpPr>
        <p:spPr>
          <a:xfrm>
            <a:off x="2710301" y="3867911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9A4F79-3CB6-E76C-07F7-64CE608D217C}"/>
              </a:ext>
            </a:extLst>
          </p:cNvPr>
          <p:cNvSpPr/>
          <p:nvPr/>
        </p:nvSpPr>
        <p:spPr>
          <a:xfrm>
            <a:off x="2596943" y="3870705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916113-15BF-C2BE-8522-46E08A10BBDE}"/>
              </a:ext>
            </a:extLst>
          </p:cNvPr>
          <p:cNvSpPr/>
          <p:nvPr/>
        </p:nvSpPr>
        <p:spPr>
          <a:xfrm>
            <a:off x="2377162" y="3865393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284098-7CB2-F225-F25B-552B94B1016C}"/>
              </a:ext>
            </a:extLst>
          </p:cNvPr>
          <p:cNvSpPr/>
          <p:nvPr/>
        </p:nvSpPr>
        <p:spPr>
          <a:xfrm>
            <a:off x="4571149" y="1969508"/>
            <a:ext cx="513620" cy="188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DE2AEA-8745-E7CA-27A8-BE0A9DE25212}"/>
              </a:ext>
            </a:extLst>
          </p:cNvPr>
          <p:cNvSpPr/>
          <p:nvPr/>
        </p:nvSpPr>
        <p:spPr>
          <a:xfrm>
            <a:off x="4572091" y="1891320"/>
            <a:ext cx="519391" cy="860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095164-13A8-94CF-BFD3-1A58BDC1B0BD}"/>
              </a:ext>
            </a:extLst>
          </p:cNvPr>
          <p:cNvSpPr/>
          <p:nvPr/>
        </p:nvSpPr>
        <p:spPr>
          <a:xfrm>
            <a:off x="4692008" y="3848502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E2CFAD-73A5-4ED5-90D8-2CEF8D7E8A91}"/>
              </a:ext>
            </a:extLst>
          </p:cNvPr>
          <p:cNvSpPr/>
          <p:nvPr/>
        </p:nvSpPr>
        <p:spPr>
          <a:xfrm>
            <a:off x="4912371" y="3847972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356A2E-549D-28C0-0A5E-64BED144DF73}"/>
              </a:ext>
            </a:extLst>
          </p:cNvPr>
          <p:cNvSpPr/>
          <p:nvPr/>
        </p:nvSpPr>
        <p:spPr>
          <a:xfrm>
            <a:off x="4799013" y="3850766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A5B59AEB-9BEE-BED7-135A-135E5C5C92B6}"/>
              </a:ext>
            </a:extLst>
          </p:cNvPr>
          <p:cNvSpPr/>
          <p:nvPr/>
        </p:nvSpPr>
        <p:spPr>
          <a:xfrm>
            <a:off x="4579232" y="3845454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87D7F9CF-30A9-E104-6FE5-5282DC1EF7F9}"/>
              </a:ext>
            </a:extLst>
          </p:cNvPr>
          <p:cNvSpPr/>
          <p:nvPr/>
        </p:nvSpPr>
        <p:spPr>
          <a:xfrm>
            <a:off x="4209316" y="1890641"/>
            <a:ext cx="321962" cy="928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70033E34-8200-285F-911D-6A0990839E4D}"/>
              </a:ext>
            </a:extLst>
          </p:cNvPr>
          <p:cNvSpPr/>
          <p:nvPr/>
        </p:nvSpPr>
        <p:spPr>
          <a:xfrm>
            <a:off x="3734185" y="4377498"/>
            <a:ext cx="676276" cy="1535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42E7AD79-F2DD-9907-3704-2D5183958C6B}"/>
              </a:ext>
            </a:extLst>
          </p:cNvPr>
          <p:cNvSpPr/>
          <p:nvPr/>
        </p:nvSpPr>
        <p:spPr>
          <a:xfrm>
            <a:off x="2999617" y="4392738"/>
            <a:ext cx="676276" cy="1535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A4149D56-95BF-C6F5-BA19-19D03CB771AE}"/>
              </a:ext>
            </a:extLst>
          </p:cNvPr>
          <p:cNvSpPr/>
          <p:nvPr/>
        </p:nvSpPr>
        <p:spPr>
          <a:xfrm>
            <a:off x="2335771" y="3685603"/>
            <a:ext cx="519391" cy="109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C9CAA76-7B22-02E3-8E15-A3BD5F88A714}"/>
              </a:ext>
            </a:extLst>
          </p:cNvPr>
          <p:cNvSpPr/>
          <p:nvPr/>
        </p:nvSpPr>
        <p:spPr>
          <a:xfrm>
            <a:off x="4571149" y="3682555"/>
            <a:ext cx="519391" cy="109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EE36163-D185-2058-3926-2C70F574F1F1}"/>
              </a:ext>
            </a:extLst>
          </p:cNvPr>
          <p:cNvSpPr/>
          <p:nvPr/>
        </p:nvSpPr>
        <p:spPr>
          <a:xfrm flipV="1">
            <a:off x="2889338" y="3575305"/>
            <a:ext cx="676275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7172DA26-0D35-AF24-713F-CC59A075F55B}"/>
              </a:ext>
            </a:extLst>
          </p:cNvPr>
          <p:cNvSpPr/>
          <p:nvPr/>
        </p:nvSpPr>
        <p:spPr>
          <a:xfrm flipV="1">
            <a:off x="3846410" y="3581401"/>
            <a:ext cx="676275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F1221A6-468A-66B4-A3E1-3AE4E24EBE4B}"/>
              </a:ext>
            </a:extLst>
          </p:cNvPr>
          <p:cNvSpPr/>
          <p:nvPr/>
        </p:nvSpPr>
        <p:spPr>
          <a:xfrm flipV="1">
            <a:off x="2886291" y="2950464"/>
            <a:ext cx="32325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E041D1F3-E8BC-9B78-0AEB-362457C82BE3}"/>
              </a:ext>
            </a:extLst>
          </p:cNvPr>
          <p:cNvSpPr/>
          <p:nvPr/>
        </p:nvSpPr>
        <p:spPr>
          <a:xfrm flipV="1">
            <a:off x="2904578" y="2337814"/>
            <a:ext cx="347495" cy="5126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7D0577CE-C18C-97E8-0257-94E8BFAEB2AC}"/>
              </a:ext>
            </a:extLst>
          </p:cNvPr>
          <p:cNvSpPr/>
          <p:nvPr/>
        </p:nvSpPr>
        <p:spPr>
          <a:xfrm flipV="1">
            <a:off x="4218267" y="2947416"/>
            <a:ext cx="32325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C86B5C16-AFFB-AC34-4D8B-68E6F9BDE27D}"/>
              </a:ext>
            </a:extLst>
          </p:cNvPr>
          <p:cNvSpPr/>
          <p:nvPr/>
        </p:nvSpPr>
        <p:spPr>
          <a:xfrm>
            <a:off x="3303180" y="2469932"/>
            <a:ext cx="812669" cy="6307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C39A2721-9B58-85AC-846F-CDE731E4E56E}"/>
              </a:ext>
            </a:extLst>
          </p:cNvPr>
          <p:cNvSpPr/>
          <p:nvPr/>
        </p:nvSpPr>
        <p:spPr>
          <a:xfrm>
            <a:off x="4604931" y="2863063"/>
            <a:ext cx="42787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C9686DB8-F002-C486-D2A3-19828CC9553F}"/>
              </a:ext>
            </a:extLst>
          </p:cNvPr>
          <p:cNvSpPr/>
          <p:nvPr/>
        </p:nvSpPr>
        <p:spPr>
          <a:xfrm flipV="1">
            <a:off x="3093123" y="4803366"/>
            <a:ext cx="496586" cy="696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FD2EF17D-BD79-8AAC-C0B7-46B7F5E69928}"/>
              </a:ext>
            </a:extLst>
          </p:cNvPr>
          <p:cNvSpPr/>
          <p:nvPr/>
        </p:nvSpPr>
        <p:spPr>
          <a:xfrm flipV="1">
            <a:off x="3821595" y="4809462"/>
            <a:ext cx="496586" cy="696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668D3985-C8E0-9913-4FCC-D36CA7680803}"/>
              </a:ext>
            </a:extLst>
          </p:cNvPr>
          <p:cNvSpPr/>
          <p:nvPr/>
        </p:nvSpPr>
        <p:spPr>
          <a:xfrm>
            <a:off x="2370747" y="2878303"/>
            <a:ext cx="42787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16C77F1-DC72-6C28-03E2-772FF3D1EF76}"/>
              </a:ext>
            </a:extLst>
          </p:cNvPr>
          <p:cNvSpPr/>
          <p:nvPr/>
        </p:nvSpPr>
        <p:spPr>
          <a:xfrm>
            <a:off x="3218712" y="1888871"/>
            <a:ext cx="986057" cy="103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DBDBDB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BCB5A0-E522-8CB8-0B35-F4A221B0A8F8}"/>
              </a:ext>
            </a:extLst>
          </p:cNvPr>
          <p:cNvSpPr/>
          <p:nvPr/>
        </p:nvSpPr>
        <p:spPr>
          <a:xfrm flipV="1">
            <a:off x="4154258" y="2334766"/>
            <a:ext cx="347495" cy="5126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4C16D-97EE-296E-8BC4-9C42F5C1AE2B}"/>
              </a:ext>
            </a:extLst>
          </p:cNvPr>
          <p:cNvSpPr/>
          <p:nvPr/>
        </p:nvSpPr>
        <p:spPr>
          <a:xfrm>
            <a:off x="3838797" y="1195596"/>
            <a:ext cx="183886" cy="151211"/>
          </a:xfrm>
          <a:prstGeom prst="rect">
            <a:avLst/>
          </a:prstGeom>
          <a:solidFill>
            <a:srgbClr val="2B13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BE091-08A4-8CED-2459-A39FC17DC398}"/>
              </a:ext>
            </a:extLst>
          </p:cNvPr>
          <p:cNvSpPr/>
          <p:nvPr/>
        </p:nvSpPr>
        <p:spPr>
          <a:xfrm>
            <a:off x="3363309" y="1159020"/>
            <a:ext cx="336286" cy="2254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06F81-A75C-4571-CBD3-99A0A828ADD7}"/>
              </a:ext>
            </a:extLst>
          </p:cNvPr>
          <p:cNvSpPr/>
          <p:nvPr/>
        </p:nvSpPr>
        <p:spPr>
          <a:xfrm>
            <a:off x="3433413" y="1192548"/>
            <a:ext cx="183886" cy="151211"/>
          </a:xfrm>
          <a:prstGeom prst="rect">
            <a:avLst/>
          </a:prstGeom>
          <a:solidFill>
            <a:srgbClr val="2B13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8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E8E3F-5DB2-C602-43D7-C6445D04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063">
            <a:extLst>
              <a:ext uri="{FF2B5EF4-FFF2-40B4-BE49-F238E27FC236}">
                <a16:creationId xmlns:a16="http://schemas.microsoft.com/office/drawing/2014/main" id="{EDB58C8F-FCDC-0A06-FC2D-76E4CBDA8B46}"/>
              </a:ext>
            </a:extLst>
          </p:cNvPr>
          <p:cNvSpPr/>
          <p:nvPr/>
        </p:nvSpPr>
        <p:spPr>
          <a:xfrm>
            <a:off x="0" y="0"/>
            <a:ext cx="7379208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B226FE0A-DBE0-5D8E-FD0D-03A655C0D9E9}"/>
              </a:ext>
            </a:extLst>
          </p:cNvPr>
          <p:cNvSpPr/>
          <p:nvPr/>
        </p:nvSpPr>
        <p:spPr>
          <a:xfrm>
            <a:off x="2964746" y="1005131"/>
            <a:ext cx="45719" cy="59830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96A31F-FE95-5951-5797-E8DB15451F9F}"/>
              </a:ext>
            </a:extLst>
          </p:cNvPr>
          <p:cNvSpPr/>
          <p:nvPr/>
        </p:nvSpPr>
        <p:spPr>
          <a:xfrm>
            <a:off x="2770151" y="1609783"/>
            <a:ext cx="1868318" cy="200104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Oval 1041">
            <a:extLst>
              <a:ext uri="{FF2B5EF4-FFF2-40B4-BE49-F238E27FC236}">
                <a16:creationId xmlns:a16="http://schemas.microsoft.com/office/drawing/2014/main" id="{4847532B-1B7A-1B77-768D-86BBB7AFFD7B}"/>
              </a:ext>
            </a:extLst>
          </p:cNvPr>
          <p:cNvSpPr/>
          <p:nvPr/>
        </p:nvSpPr>
        <p:spPr>
          <a:xfrm>
            <a:off x="3050763" y="831151"/>
            <a:ext cx="1298930" cy="127884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F37BA565-2FE9-49F9-F37F-85266941EEBC}"/>
              </a:ext>
            </a:extLst>
          </p:cNvPr>
          <p:cNvSpPr/>
          <p:nvPr/>
        </p:nvSpPr>
        <p:spPr>
          <a:xfrm>
            <a:off x="3768693" y="1162068"/>
            <a:ext cx="336286" cy="2254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D553E-616D-158D-1122-A0F15CBECBF4}"/>
              </a:ext>
            </a:extLst>
          </p:cNvPr>
          <p:cNvSpPr/>
          <p:nvPr/>
        </p:nvSpPr>
        <p:spPr>
          <a:xfrm>
            <a:off x="2882153" y="1977256"/>
            <a:ext cx="1649506" cy="2088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F9B8E-2D08-DA15-E491-1DC6DC6A3B0A}"/>
              </a:ext>
            </a:extLst>
          </p:cNvPr>
          <p:cNvSpPr/>
          <p:nvPr/>
        </p:nvSpPr>
        <p:spPr>
          <a:xfrm>
            <a:off x="2351734" y="2062600"/>
            <a:ext cx="493209" cy="18560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BFB3FF-1B13-EAA4-E772-181741672135}"/>
              </a:ext>
            </a:extLst>
          </p:cNvPr>
          <p:cNvSpPr/>
          <p:nvPr/>
        </p:nvSpPr>
        <p:spPr>
          <a:xfrm>
            <a:off x="3000655" y="3947413"/>
            <a:ext cx="676275" cy="1547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24173-03A3-D021-C4FE-C59F95D7B839}"/>
              </a:ext>
            </a:extLst>
          </p:cNvPr>
          <p:cNvSpPr/>
          <p:nvPr/>
        </p:nvSpPr>
        <p:spPr>
          <a:xfrm>
            <a:off x="3737444" y="3947413"/>
            <a:ext cx="676276" cy="1547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1F76E6-9F47-ED97-BA5E-B44D2B6DFB42}"/>
              </a:ext>
            </a:extLst>
          </p:cNvPr>
          <p:cNvSpPr/>
          <p:nvPr/>
        </p:nvSpPr>
        <p:spPr>
          <a:xfrm>
            <a:off x="2887755" y="5518406"/>
            <a:ext cx="788895" cy="2885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5A5E98-E680-BF08-5060-4A82AED7F8AF}"/>
              </a:ext>
            </a:extLst>
          </p:cNvPr>
          <p:cNvSpPr/>
          <p:nvPr/>
        </p:nvSpPr>
        <p:spPr>
          <a:xfrm>
            <a:off x="3733239" y="5518406"/>
            <a:ext cx="788895" cy="2885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62D048-8581-812D-44AA-83E68C8C1979}"/>
              </a:ext>
            </a:extLst>
          </p:cNvPr>
          <p:cNvSpPr/>
          <p:nvPr/>
        </p:nvSpPr>
        <p:spPr>
          <a:xfrm>
            <a:off x="2351733" y="1963794"/>
            <a:ext cx="491455" cy="9575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A79081-A33B-57CF-5DB3-C95EC67A8047}"/>
              </a:ext>
            </a:extLst>
          </p:cNvPr>
          <p:cNvSpPr/>
          <p:nvPr/>
        </p:nvSpPr>
        <p:spPr>
          <a:xfrm>
            <a:off x="2887583" y="1886004"/>
            <a:ext cx="321962" cy="965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1921F6-4697-B849-3444-B8DF9CCC27F1}"/>
              </a:ext>
            </a:extLst>
          </p:cNvPr>
          <p:cNvSpPr/>
          <p:nvPr/>
        </p:nvSpPr>
        <p:spPr>
          <a:xfrm>
            <a:off x="2499082" y="3941593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8BEE42-A518-3E60-420F-14F07A2B56E2}"/>
              </a:ext>
            </a:extLst>
          </p:cNvPr>
          <p:cNvSpPr/>
          <p:nvPr/>
        </p:nvSpPr>
        <p:spPr>
          <a:xfrm>
            <a:off x="2719445" y="3941063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C24ED-28E4-F145-E436-B9CB903676D3}"/>
              </a:ext>
            </a:extLst>
          </p:cNvPr>
          <p:cNvSpPr/>
          <p:nvPr/>
        </p:nvSpPr>
        <p:spPr>
          <a:xfrm>
            <a:off x="2606087" y="3943857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4FB912-F431-5B98-7A70-C2743E1EA505}"/>
              </a:ext>
            </a:extLst>
          </p:cNvPr>
          <p:cNvSpPr/>
          <p:nvPr/>
        </p:nvSpPr>
        <p:spPr>
          <a:xfrm>
            <a:off x="2386306" y="3938545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123D0D-E64B-4AC4-D3AB-CB75E1753A3F}"/>
              </a:ext>
            </a:extLst>
          </p:cNvPr>
          <p:cNvSpPr/>
          <p:nvPr/>
        </p:nvSpPr>
        <p:spPr>
          <a:xfrm>
            <a:off x="4571149" y="2042660"/>
            <a:ext cx="513620" cy="1881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0B68DD-91AC-430B-5199-8025AF4F4893}"/>
              </a:ext>
            </a:extLst>
          </p:cNvPr>
          <p:cNvSpPr/>
          <p:nvPr/>
        </p:nvSpPr>
        <p:spPr>
          <a:xfrm>
            <a:off x="4572091" y="1964472"/>
            <a:ext cx="519391" cy="860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930DC0-C011-25E4-4D93-FFC12EE3A96A}"/>
              </a:ext>
            </a:extLst>
          </p:cNvPr>
          <p:cNvSpPr/>
          <p:nvPr/>
        </p:nvSpPr>
        <p:spPr>
          <a:xfrm>
            <a:off x="4692008" y="3921654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33125D-AD51-D7B7-98D6-71AA63EB547F}"/>
              </a:ext>
            </a:extLst>
          </p:cNvPr>
          <p:cNvSpPr/>
          <p:nvPr/>
        </p:nvSpPr>
        <p:spPr>
          <a:xfrm>
            <a:off x="4912371" y="3921124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F35048-AA5A-5679-27BD-889C1D655798}"/>
              </a:ext>
            </a:extLst>
          </p:cNvPr>
          <p:cNvSpPr/>
          <p:nvPr/>
        </p:nvSpPr>
        <p:spPr>
          <a:xfrm>
            <a:off x="4799013" y="3923918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C72FD160-F3A6-A710-CA61-DE3FEEC3D7C2}"/>
              </a:ext>
            </a:extLst>
          </p:cNvPr>
          <p:cNvSpPr/>
          <p:nvPr/>
        </p:nvSpPr>
        <p:spPr>
          <a:xfrm>
            <a:off x="4579232" y="3918606"/>
            <a:ext cx="107005" cy="3840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AA2D86BD-604D-0E49-B508-9A6CECF8E889}"/>
              </a:ext>
            </a:extLst>
          </p:cNvPr>
          <p:cNvSpPr/>
          <p:nvPr/>
        </p:nvSpPr>
        <p:spPr>
          <a:xfrm>
            <a:off x="4209316" y="1890641"/>
            <a:ext cx="321962" cy="928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9A4BEAA8-845C-D4B2-1A53-3410D34738AB}"/>
              </a:ext>
            </a:extLst>
          </p:cNvPr>
          <p:cNvSpPr/>
          <p:nvPr/>
        </p:nvSpPr>
        <p:spPr>
          <a:xfrm>
            <a:off x="3734185" y="4377498"/>
            <a:ext cx="676276" cy="1535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5E53606A-DBB7-8D93-5306-6BE9677C0D3B}"/>
              </a:ext>
            </a:extLst>
          </p:cNvPr>
          <p:cNvSpPr/>
          <p:nvPr/>
        </p:nvSpPr>
        <p:spPr>
          <a:xfrm>
            <a:off x="2999617" y="4392738"/>
            <a:ext cx="676276" cy="1535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BD9E3ADC-D7D3-F8D8-EC55-73C16A76483D}"/>
              </a:ext>
            </a:extLst>
          </p:cNvPr>
          <p:cNvSpPr/>
          <p:nvPr/>
        </p:nvSpPr>
        <p:spPr>
          <a:xfrm>
            <a:off x="2344915" y="3758755"/>
            <a:ext cx="519391" cy="109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B99AFFD-510F-223F-EE4A-AFAE716CE138}"/>
              </a:ext>
            </a:extLst>
          </p:cNvPr>
          <p:cNvSpPr/>
          <p:nvPr/>
        </p:nvSpPr>
        <p:spPr>
          <a:xfrm>
            <a:off x="4571149" y="3755707"/>
            <a:ext cx="519391" cy="109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4D05FA60-7CDE-4A86-79BC-CA0AAD7FFBAF}"/>
              </a:ext>
            </a:extLst>
          </p:cNvPr>
          <p:cNvSpPr/>
          <p:nvPr/>
        </p:nvSpPr>
        <p:spPr>
          <a:xfrm flipV="1">
            <a:off x="2889338" y="3575305"/>
            <a:ext cx="676275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44A3EA5-CB1E-2FC8-458C-73212FC2E1E5}"/>
              </a:ext>
            </a:extLst>
          </p:cNvPr>
          <p:cNvSpPr/>
          <p:nvPr/>
        </p:nvSpPr>
        <p:spPr>
          <a:xfrm flipV="1">
            <a:off x="3846410" y="3581401"/>
            <a:ext cx="676275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90403C8-01F3-9569-881D-4F2B6F77BC80}"/>
              </a:ext>
            </a:extLst>
          </p:cNvPr>
          <p:cNvSpPr/>
          <p:nvPr/>
        </p:nvSpPr>
        <p:spPr>
          <a:xfrm flipV="1">
            <a:off x="2886291" y="2950464"/>
            <a:ext cx="32325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925A6C6-D409-FA51-8C51-7551CD42BDC4}"/>
              </a:ext>
            </a:extLst>
          </p:cNvPr>
          <p:cNvSpPr/>
          <p:nvPr/>
        </p:nvSpPr>
        <p:spPr>
          <a:xfrm flipV="1">
            <a:off x="2904578" y="2337814"/>
            <a:ext cx="347495" cy="5126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69AE267-949F-ED7F-7695-20B813EAD512}"/>
              </a:ext>
            </a:extLst>
          </p:cNvPr>
          <p:cNvSpPr/>
          <p:nvPr/>
        </p:nvSpPr>
        <p:spPr>
          <a:xfrm flipV="1">
            <a:off x="4218267" y="2947416"/>
            <a:ext cx="32325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56C0B0BA-BB95-DD8D-277A-84B3F2AAE022}"/>
              </a:ext>
            </a:extLst>
          </p:cNvPr>
          <p:cNvSpPr/>
          <p:nvPr/>
        </p:nvSpPr>
        <p:spPr>
          <a:xfrm>
            <a:off x="3303180" y="2469932"/>
            <a:ext cx="812669" cy="6307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722D10C6-91CD-97E9-E3BB-896D4AE75F02}"/>
              </a:ext>
            </a:extLst>
          </p:cNvPr>
          <p:cNvSpPr/>
          <p:nvPr/>
        </p:nvSpPr>
        <p:spPr>
          <a:xfrm>
            <a:off x="4604931" y="2936215"/>
            <a:ext cx="42787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3AF8B4B9-4CEA-9A70-0F3B-6BAC9C51C3A4}"/>
              </a:ext>
            </a:extLst>
          </p:cNvPr>
          <p:cNvSpPr/>
          <p:nvPr/>
        </p:nvSpPr>
        <p:spPr>
          <a:xfrm flipV="1">
            <a:off x="3093123" y="4803366"/>
            <a:ext cx="496586" cy="696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BF89A717-97BA-126A-62B8-23031438B0A8}"/>
              </a:ext>
            </a:extLst>
          </p:cNvPr>
          <p:cNvSpPr/>
          <p:nvPr/>
        </p:nvSpPr>
        <p:spPr>
          <a:xfrm flipV="1">
            <a:off x="3821595" y="4809462"/>
            <a:ext cx="496586" cy="696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971EECB2-05E6-FC31-6D38-6A916F407C7A}"/>
              </a:ext>
            </a:extLst>
          </p:cNvPr>
          <p:cNvSpPr/>
          <p:nvPr/>
        </p:nvSpPr>
        <p:spPr>
          <a:xfrm>
            <a:off x="2379891" y="2951455"/>
            <a:ext cx="42787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63F2A3CA-826E-BE88-B360-2EDA290B65D7}"/>
              </a:ext>
            </a:extLst>
          </p:cNvPr>
          <p:cNvSpPr/>
          <p:nvPr/>
        </p:nvSpPr>
        <p:spPr>
          <a:xfrm>
            <a:off x="3218712" y="1888871"/>
            <a:ext cx="986057" cy="1036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DBDBDB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DA1076-B0EA-9F40-369A-42B70A89ED13}"/>
              </a:ext>
            </a:extLst>
          </p:cNvPr>
          <p:cNvSpPr/>
          <p:nvPr/>
        </p:nvSpPr>
        <p:spPr>
          <a:xfrm flipV="1">
            <a:off x="4154258" y="2334766"/>
            <a:ext cx="347495" cy="5126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CC0C9-700A-35F2-E5C6-ADDD0B823F58}"/>
              </a:ext>
            </a:extLst>
          </p:cNvPr>
          <p:cNvSpPr/>
          <p:nvPr/>
        </p:nvSpPr>
        <p:spPr>
          <a:xfrm>
            <a:off x="3838797" y="1195596"/>
            <a:ext cx="183886" cy="151211"/>
          </a:xfrm>
          <a:prstGeom prst="rect">
            <a:avLst/>
          </a:prstGeom>
          <a:solidFill>
            <a:srgbClr val="2B13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F62D4-0365-B151-6231-C19FAEA90A0C}"/>
              </a:ext>
            </a:extLst>
          </p:cNvPr>
          <p:cNvSpPr/>
          <p:nvPr/>
        </p:nvSpPr>
        <p:spPr>
          <a:xfrm>
            <a:off x="3363309" y="1159020"/>
            <a:ext cx="336286" cy="2254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71A0C4-8C42-2920-7879-5316BCF0325A}"/>
              </a:ext>
            </a:extLst>
          </p:cNvPr>
          <p:cNvSpPr/>
          <p:nvPr/>
        </p:nvSpPr>
        <p:spPr>
          <a:xfrm>
            <a:off x="3433413" y="1192548"/>
            <a:ext cx="183886" cy="151211"/>
          </a:xfrm>
          <a:prstGeom prst="rect">
            <a:avLst/>
          </a:prstGeom>
          <a:solidFill>
            <a:srgbClr val="2B13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8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EB4A-33B4-DB07-8252-0DDEC699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063">
            <a:extLst>
              <a:ext uri="{FF2B5EF4-FFF2-40B4-BE49-F238E27FC236}">
                <a16:creationId xmlns:a16="http://schemas.microsoft.com/office/drawing/2014/main" id="{948501CB-C1C3-1646-7195-36E7CF53CE2A}"/>
              </a:ext>
            </a:extLst>
          </p:cNvPr>
          <p:cNvSpPr/>
          <p:nvPr/>
        </p:nvSpPr>
        <p:spPr>
          <a:xfrm>
            <a:off x="0" y="0"/>
            <a:ext cx="737920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07DC15D-9497-E698-D336-52C9F7F898E2}"/>
              </a:ext>
            </a:extLst>
          </p:cNvPr>
          <p:cNvGrpSpPr/>
          <p:nvPr/>
        </p:nvGrpSpPr>
        <p:grpSpPr>
          <a:xfrm>
            <a:off x="1545336" y="0"/>
            <a:ext cx="4358640" cy="6858000"/>
            <a:chOff x="2344915" y="831151"/>
            <a:chExt cx="2746567" cy="4975804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A5489EA0-FBAB-5880-21D9-A40CBBF7500C}"/>
                </a:ext>
              </a:extLst>
            </p:cNvPr>
            <p:cNvSpPr/>
            <p:nvPr/>
          </p:nvSpPr>
          <p:spPr>
            <a:xfrm>
              <a:off x="2964746" y="1005131"/>
              <a:ext cx="45719" cy="59830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60BC30A-7D1B-F64D-2573-683F6DF85C32}"/>
                </a:ext>
              </a:extLst>
            </p:cNvPr>
            <p:cNvSpPr/>
            <p:nvPr/>
          </p:nvSpPr>
          <p:spPr>
            <a:xfrm>
              <a:off x="2770151" y="1609783"/>
              <a:ext cx="1868318" cy="200104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8D996DEC-732E-73E5-FDCF-5F071E55EBDE}"/>
                </a:ext>
              </a:extLst>
            </p:cNvPr>
            <p:cNvSpPr/>
            <p:nvPr/>
          </p:nvSpPr>
          <p:spPr>
            <a:xfrm>
              <a:off x="3050763" y="831151"/>
              <a:ext cx="1298930" cy="127884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3FA6A5FB-0E13-F7E3-6CF8-39E07706E026}"/>
                </a:ext>
              </a:extLst>
            </p:cNvPr>
            <p:cNvSpPr/>
            <p:nvPr/>
          </p:nvSpPr>
          <p:spPr>
            <a:xfrm>
              <a:off x="3768693" y="1162068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390F14D-4335-3890-B2A3-108B7F7A38ED}"/>
                </a:ext>
              </a:extLst>
            </p:cNvPr>
            <p:cNvSpPr/>
            <p:nvPr/>
          </p:nvSpPr>
          <p:spPr>
            <a:xfrm>
              <a:off x="2882153" y="1977256"/>
              <a:ext cx="1649506" cy="20887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E6E0B8-7835-316D-97D4-B550B0436E84}"/>
                </a:ext>
              </a:extLst>
            </p:cNvPr>
            <p:cNvSpPr/>
            <p:nvPr/>
          </p:nvSpPr>
          <p:spPr>
            <a:xfrm>
              <a:off x="2351734" y="2062600"/>
              <a:ext cx="493209" cy="18560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CF7FA4-B8EC-C432-8898-FC44F0FD5BB8}"/>
                </a:ext>
              </a:extLst>
            </p:cNvPr>
            <p:cNvSpPr/>
            <p:nvPr/>
          </p:nvSpPr>
          <p:spPr>
            <a:xfrm>
              <a:off x="3000655" y="3947413"/>
              <a:ext cx="676275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4A3FE7-4F7E-98F5-1572-F7EEAB924D16}"/>
                </a:ext>
              </a:extLst>
            </p:cNvPr>
            <p:cNvSpPr/>
            <p:nvPr/>
          </p:nvSpPr>
          <p:spPr>
            <a:xfrm>
              <a:off x="3737444" y="3947413"/>
              <a:ext cx="676276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8998AC-4266-D7BC-C184-A248EB74D855}"/>
                </a:ext>
              </a:extLst>
            </p:cNvPr>
            <p:cNvSpPr/>
            <p:nvPr/>
          </p:nvSpPr>
          <p:spPr>
            <a:xfrm>
              <a:off x="2887755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6AE308-9624-C556-3EE6-A083012B51B9}"/>
                </a:ext>
              </a:extLst>
            </p:cNvPr>
            <p:cNvSpPr/>
            <p:nvPr/>
          </p:nvSpPr>
          <p:spPr>
            <a:xfrm>
              <a:off x="3733239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6A5E38-BE94-DAB5-1DEF-FEEA7260B6B7}"/>
                </a:ext>
              </a:extLst>
            </p:cNvPr>
            <p:cNvSpPr/>
            <p:nvPr/>
          </p:nvSpPr>
          <p:spPr>
            <a:xfrm>
              <a:off x="2351733" y="1963794"/>
              <a:ext cx="491455" cy="9575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417151A-E396-3B3C-0C50-59F828592E0E}"/>
                </a:ext>
              </a:extLst>
            </p:cNvPr>
            <p:cNvSpPr/>
            <p:nvPr/>
          </p:nvSpPr>
          <p:spPr>
            <a:xfrm>
              <a:off x="2887583" y="1886004"/>
              <a:ext cx="321962" cy="965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DA876CD-F063-3A40-AB0F-C9FDCD167CEF}"/>
                </a:ext>
              </a:extLst>
            </p:cNvPr>
            <p:cNvSpPr/>
            <p:nvPr/>
          </p:nvSpPr>
          <p:spPr>
            <a:xfrm>
              <a:off x="2499082" y="394159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C18006-F947-73EC-D341-6B166CD2C7BE}"/>
                </a:ext>
              </a:extLst>
            </p:cNvPr>
            <p:cNvSpPr/>
            <p:nvPr/>
          </p:nvSpPr>
          <p:spPr>
            <a:xfrm>
              <a:off x="2719445" y="394106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0A924A0-42FF-81F7-D490-0209D1D4E23B}"/>
                </a:ext>
              </a:extLst>
            </p:cNvPr>
            <p:cNvSpPr/>
            <p:nvPr/>
          </p:nvSpPr>
          <p:spPr>
            <a:xfrm>
              <a:off x="2606087" y="3943857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73DDD3-4DEC-D83C-16CA-195F8C39DDA1}"/>
                </a:ext>
              </a:extLst>
            </p:cNvPr>
            <p:cNvSpPr/>
            <p:nvPr/>
          </p:nvSpPr>
          <p:spPr>
            <a:xfrm>
              <a:off x="2386306" y="3938545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2BE99F-AAFE-4CE2-2047-6AE6EBC67747}"/>
                </a:ext>
              </a:extLst>
            </p:cNvPr>
            <p:cNvSpPr/>
            <p:nvPr/>
          </p:nvSpPr>
          <p:spPr>
            <a:xfrm>
              <a:off x="4571149" y="2042660"/>
              <a:ext cx="513620" cy="18812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BA36158-B0AF-55E3-87D8-2E28483F49CA}"/>
                </a:ext>
              </a:extLst>
            </p:cNvPr>
            <p:cNvSpPr/>
            <p:nvPr/>
          </p:nvSpPr>
          <p:spPr>
            <a:xfrm>
              <a:off x="4572091" y="1964472"/>
              <a:ext cx="519391" cy="860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B7C3FCF-72FE-C3F7-FD87-E6C9B867C53F}"/>
                </a:ext>
              </a:extLst>
            </p:cNvPr>
            <p:cNvSpPr/>
            <p:nvPr/>
          </p:nvSpPr>
          <p:spPr>
            <a:xfrm>
              <a:off x="4692008" y="392165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F3FF82D-6634-87FD-DFBF-F0F60E239AFB}"/>
                </a:ext>
              </a:extLst>
            </p:cNvPr>
            <p:cNvSpPr/>
            <p:nvPr/>
          </p:nvSpPr>
          <p:spPr>
            <a:xfrm>
              <a:off x="4912371" y="392112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6C2DC3C-011D-AC3D-C072-BF5DF5B29D1D}"/>
                </a:ext>
              </a:extLst>
            </p:cNvPr>
            <p:cNvSpPr/>
            <p:nvPr/>
          </p:nvSpPr>
          <p:spPr>
            <a:xfrm>
              <a:off x="4799013" y="3923918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23C9D0B6-FD7A-6A0B-CC72-4C1C783E0749}"/>
                </a:ext>
              </a:extLst>
            </p:cNvPr>
            <p:cNvSpPr/>
            <p:nvPr/>
          </p:nvSpPr>
          <p:spPr>
            <a:xfrm>
              <a:off x="4579232" y="3918606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DC290A8D-EB81-2239-A7F1-476410E3588A}"/>
                </a:ext>
              </a:extLst>
            </p:cNvPr>
            <p:cNvSpPr/>
            <p:nvPr/>
          </p:nvSpPr>
          <p:spPr>
            <a:xfrm>
              <a:off x="4209316" y="1890641"/>
              <a:ext cx="321962" cy="9285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14AAF73B-2BE0-CEA0-603F-69BF723F7880}"/>
                </a:ext>
              </a:extLst>
            </p:cNvPr>
            <p:cNvSpPr/>
            <p:nvPr/>
          </p:nvSpPr>
          <p:spPr>
            <a:xfrm>
              <a:off x="3734185" y="437749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88879F17-5890-7954-8F15-38305C6E48CE}"/>
                </a:ext>
              </a:extLst>
            </p:cNvPr>
            <p:cNvSpPr/>
            <p:nvPr/>
          </p:nvSpPr>
          <p:spPr>
            <a:xfrm>
              <a:off x="2999617" y="439273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BAF5C5A0-EC11-D30C-D9FD-909D01BF08EE}"/>
                </a:ext>
              </a:extLst>
            </p:cNvPr>
            <p:cNvSpPr/>
            <p:nvPr/>
          </p:nvSpPr>
          <p:spPr>
            <a:xfrm>
              <a:off x="2344915" y="3758755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8AA03051-A68B-4243-74D8-B9B721488789}"/>
                </a:ext>
              </a:extLst>
            </p:cNvPr>
            <p:cNvSpPr/>
            <p:nvPr/>
          </p:nvSpPr>
          <p:spPr>
            <a:xfrm>
              <a:off x="4571149" y="3755707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ECFBCBCE-FC87-E53D-710A-EF1C7845BE66}"/>
                </a:ext>
              </a:extLst>
            </p:cNvPr>
            <p:cNvSpPr/>
            <p:nvPr/>
          </p:nvSpPr>
          <p:spPr>
            <a:xfrm flipV="1">
              <a:off x="2889338" y="3575305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0B2DDA25-F9D4-3073-5B09-B9586FEFD23F}"/>
                </a:ext>
              </a:extLst>
            </p:cNvPr>
            <p:cNvSpPr/>
            <p:nvPr/>
          </p:nvSpPr>
          <p:spPr>
            <a:xfrm flipV="1">
              <a:off x="3846410" y="3581401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B01CE2A-64D3-670C-9617-BA5C719A007C}"/>
                </a:ext>
              </a:extLst>
            </p:cNvPr>
            <p:cNvSpPr/>
            <p:nvPr/>
          </p:nvSpPr>
          <p:spPr>
            <a:xfrm flipV="1">
              <a:off x="2886291" y="2950464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D87012E8-7EDE-9F90-30B7-A1F7A7D2320D}"/>
                </a:ext>
              </a:extLst>
            </p:cNvPr>
            <p:cNvSpPr/>
            <p:nvPr/>
          </p:nvSpPr>
          <p:spPr>
            <a:xfrm flipV="1">
              <a:off x="2904578" y="2337814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D37F272F-8FBE-1774-7918-F29EAF34A6FB}"/>
                </a:ext>
              </a:extLst>
            </p:cNvPr>
            <p:cNvSpPr/>
            <p:nvPr/>
          </p:nvSpPr>
          <p:spPr>
            <a:xfrm flipV="1">
              <a:off x="4218267" y="2947416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DEC96EB2-AE0E-9317-38F7-7DE3EB3536D0}"/>
                </a:ext>
              </a:extLst>
            </p:cNvPr>
            <p:cNvSpPr/>
            <p:nvPr/>
          </p:nvSpPr>
          <p:spPr>
            <a:xfrm>
              <a:off x="3303180" y="2469932"/>
              <a:ext cx="812669" cy="63070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951D4724-3166-7594-B52F-D23855646D71}"/>
                </a:ext>
              </a:extLst>
            </p:cNvPr>
            <p:cNvSpPr/>
            <p:nvPr/>
          </p:nvSpPr>
          <p:spPr>
            <a:xfrm>
              <a:off x="4604931" y="293621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FA381048-A98D-9AE2-26B8-B36055AE54D0}"/>
                </a:ext>
              </a:extLst>
            </p:cNvPr>
            <p:cNvSpPr/>
            <p:nvPr/>
          </p:nvSpPr>
          <p:spPr>
            <a:xfrm flipV="1">
              <a:off x="3093123" y="4803366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BA4A62F7-2455-CC13-8F10-149C53DFC9D5}"/>
                </a:ext>
              </a:extLst>
            </p:cNvPr>
            <p:cNvSpPr/>
            <p:nvPr/>
          </p:nvSpPr>
          <p:spPr>
            <a:xfrm flipV="1">
              <a:off x="3821595" y="4809462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B39A28E0-A854-A9A7-5D78-3979E29222D2}"/>
                </a:ext>
              </a:extLst>
            </p:cNvPr>
            <p:cNvSpPr/>
            <p:nvPr/>
          </p:nvSpPr>
          <p:spPr>
            <a:xfrm>
              <a:off x="2379891" y="295145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72DFDDF8-B3C3-C03A-817D-847F70CE7031}"/>
                </a:ext>
              </a:extLst>
            </p:cNvPr>
            <p:cNvSpPr/>
            <p:nvPr/>
          </p:nvSpPr>
          <p:spPr>
            <a:xfrm>
              <a:off x="3218712" y="1888871"/>
              <a:ext cx="986057" cy="1036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DBDBDB"/>
                </a:highligh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89EA9F-0EBD-6CB4-E433-74F953737A40}"/>
                </a:ext>
              </a:extLst>
            </p:cNvPr>
            <p:cNvSpPr/>
            <p:nvPr/>
          </p:nvSpPr>
          <p:spPr>
            <a:xfrm flipV="1">
              <a:off x="4154258" y="2334766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81B459-6552-ACF9-09B8-390A43786BFB}"/>
                </a:ext>
              </a:extLst>
            </p:cNvPr>
            <p:cNvSpPr/>
            <p:nvPr/>
          </p:nvSpPr>
          <p:spPr>
            <a:xfrm>
              <a:off x="3838797" y="1195596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0AF644-887C-A987-6C1E-BB47061CEBD6}"/>
                </a:ext>
              </a:extLst>
            </p:cNvPr>
            <p:cNvSpPr/>
            <p:nvPr/>
          </p:nvSpPr>
          <p:spPr>
            <a:xfrm>
              <a:off x="3363309" y="1159020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18661C-D562-2029-2D9A-91A03842EF36}"/>
                </a:ext>
              </a:extLst>
            </p:cNvPr>
            <p:cNvSpPr/>
            <p:nvPr/>
          </p:nvSpPr>
          <p:spPr>
            <a:xfrm>
              <a:off x="3433413" y="1192548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071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D2B9-D8A3-9253-82F1-3296B55C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063">
            <a:extLst>
              <a:ext uri="{FF2B5EF4-FFF2-40B4-BE49-F238E27FC236}">
                <a16:creationId xmlns:a16="http://schemas.microsoft.com/office/drawing/2014/main" id="{C359CF77-C247-7E3E-B528-DF836BEBB5B7}"/>
              </a:ext>
            </a:extLst>
          </p:cNvPr>
          <p:cNvSpPr/>
          <p:nvPr/>
        </p:nvSpPr>
        <p:spPr>
          <a:xfrm>
            <a:off x="0" y="0"/>
            <a:ext cx="7379208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5A99EA-16D3-940B-A3F8-D09638AE1552}"/>
              </a:ext>
            </a:extLst>
          </p:cNvPr>
          <p:cNvGrpSpPr/>
          <p:nvPr/>
        </p:nvGrpSpPr>
        <p:grpSpPr>
          <a:xfrm>
            <a:off x="1545336" y="0"/>
            <a:ext cx="4358640" cy="6858000"/>
            <a:chOff x="2344915" y="831151"/>
            <a:chExt cx="2746567" cy="4975804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0E48F3D3-A46C-D204-320E-A29503CF3902}"/>
                </a:ext>
              </a:extLst>
            </p:cNvPr>
            <p:cNvSpPr/>
            <p:nvPr/>
          </p:nvSpPr>
          <p:spPr>
            <a:xfrm>
              <a:off x="2964746" y="1005131"/>
              <a:ext cx="45719" cy="59830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179C1D5-BF86-4034-D96E-A33A6A76A7A6}"/>
                </a:ext>
              </a:extLst>
            </p:cNvPr>
            <p:cNvSpPr/>
            <p:nvPr/>
          </p:nvSpPr>
          <p:spPr>
            <a:xfrm>
              <a:off x="2770151" y="1609783"/>
              <a:ext cx="1868318" cy="200104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3CDFD5BA-9226-10C7-AEBA-F42FBC8852F1}"/>
                </a:ext>
              </a:extLst>
            </p:cNvPr>
            <p:cNvSpPr/>
            <p:nvPr/>
          </p:nvSpPr>
          <p:spPr>
            <a:xfrm>
              <a:off x="3050763" y="831151"/>
              <a:ext cx="1298930" cy="127884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A539C7EA-558B-D58F-C398-33F8102C766A}"/>
                </a:ext>
              </a:extLst>
            </p:cNvPr>
            <p:cNvSpPr/>
            <p:nvPr/>
          </p:nvSpPr>
          <p:spPr>
            <a:xfrm>
              <a:off x="3768693" y="1162068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3F0AF72-ACD0-B184-F827-F9131CA15918}"/>
                </a:ext>
              </a:extLst>
            </p:cNvPr>
            <p:cNvSpPr/>
            <p:nvPr/>
          </p:nvSpPr>
          <p:spPr>
            <a:xfrm>
              <a:off x="2882153" y="1977256"/>
              <a:ext cx="1649506" cy="20887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5E3BB6-00F6-3260-E641-F6062B7827DD}"/>
                </a:ext>
              </a:extLst>
            </p:cNvPr>
            <p:cNvSpPr/>
            <p:nvPr/>
          </p:nvSpPr>
          <p:spPr>
            <a:xfrm>
              <a:off x="2351734" y="2062600"/>
              <a:ext cx="493209" cy="18560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F0C04C-9BC4-3FD2-0D7E-A76B2D627567}"/>
                </a:ext>
              </a:extLst>
            </p:cNvPr>
            <p:cNvSpPr/>
            <p:nvPr/>
          </p:nvSpPr>
          <p:spPr>
            <a:xfrm>
              <a:off x="3000655" y="3947413"/>
              <a:ext cx="676275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E7F769-9643-2D0D-8565-9BE702D2A782}"/>
                </a:ext>
              </a:extLst>
            </p:cNvPr>
            <p:cNvSpPr/>
            <p:nvPr/>
          </p:nvSpPr>
          <p:spPr>
            <a:xfrm>
              <a:off x="3737444" y="3947413"/>
              <a:ext cx="676276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FA12B51-64C6-402F-1DFD-52845756DC1F}"/>
                </a:ext>
              </a:extLst>
            </p:cNvPr>
            <p:cNvSpPr/>
            <p:nvPr/>
          </p:nvSpPr>
          <p:spPr>
            <a:xfrm>
              <a:off x="2887755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2358469-152E-2AB8-DD5D-469039292131}"/>
                </a:ext>
              </a:extLst>
            </p:cNvPr>
            <p:cNvSpPr/>
            <p:nvPr/>
          </p:nvSpPr>
          <p:spPr>
            <a:xfrm>
              <a:off x="3733239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446376-8C9B-C7F0-8EEA-9906E3CAFB89}"/>
                </a:ext>
              </a:extLst>
            </p:cNvPr>
            <p:cNvSpPr/>
            <p:nvPr/>
          </p:nvSpPr>
          <p:spPr>
            <a:xfrm>
              <a:off x="2351733" y="1963794"/>
              <a:ext cx="491455" cy="9575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5C20F9-ED68-F7B6-9705-B5C8BD9A2A7B}"/>
                </a:ext>
              </a:extLst>
            </p:cNvPr>
            <p:cNvSpPr/>
            <p:nvPr/>
          </p:nvSpPr>
          <p:spPr>
            <a:xfrm>
              <a:off x="2887583" y="1886004"/>
              <a:ext cx="321962" cy="965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1FF6F7-9F97-5096-E921-C740CB81927F}"/>
                </a:ext>
              </a:extLst>
            </p:cNvPr>
            <p:cNvSpPr/>
            <p:nvPr/>
          </p:nvSpPr>
          <p:spPr>
            <a:xfrm>
              <a:off x="2499082" y="394159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EE9DF9-B34A-F141-82C3-3650A89CCACC}"/>
                </a:ext>
              </a:extLst>
            </p:cNvPr>
            <p:cNvSpPr/>
            <p:nvPr/>
          </p:nvSpPr>
          <p:spPr>
            <a:xfrm>
              <a:off x="2719445" y="394106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E77EBA5-CE71-A554-3FDE-7EB1646B216C}"/>
                </a:ext>
              </a:extLst>
            </p:cNvPr>
            <p:cNvSpPr/>
            <p:nvPr/>
          </p:nvSpPr>
          <p:spPr>
            <a:xfrm>
              <a:off x="2606087" y="3943857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14F81F1-3E20-B4E0-63CF-64525D208139}"/>
                </a:ext>
              </a:extLst>
            </p:cNvPr>
            <p:cNvSpPr/>
            <p:nvPr/>
          </p:nvSpPr>
          <p:spPr>
            <a:xfrm>
              <a:off x="2386306" y="3938545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F75D84-DF1B-5CD6-61E0-2D6CA55FDEB6}"/>
                </a:ext>
              </a:extLst>
            </p:cNvPr>
            <p:cNvSpPr/>
            <p:nvPr/>
          </p:nvSpPr>
          <p:spPr>
            <a:xfrm>
              <a:off x="4571149" y="2042660"/>
              <a:ext cx="513620" cy="18812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4B5AD28-9391-32A3-253C-EEFABDD7D435}"/>
                </a:ext>
              </a:extLst>
            </p:cNvPr>
            <p:cNvSpPr/>
            <p:nvPr/>
          </p:nvSpPr>
          <p:spPr>
            <a:xfrm>
              <a:off x="4572091" y="1964472"/>
              <a:ext cx="519391" cy="860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C1DCC1-B776-4668-FB95-469B0E55C72F}"/>
                </a:ext>
              </a:extLst>
            </p:cNvPr>
            <p:cNvSpPr/>
            <p:nvPr/>
          </p:nvSpPr>
          <p:spPr>
            <a:xfrm>
              <a:off x="4692008" y="392165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2B478E-9656-F029-4ED8-9105299F1049}"/>
                </a:ext>
              </a:extLst>
            </p:cNvPr>
            <p:cNvSpPr/>
            <p:nvPr/>
          </p:nvSpPr>
          <p:spPr>
            <a:xfrm>
              <a:off x="4912371" y="392112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5DBC851-657B-2213-F83A-0D38DA1E4D2C}"/>
                </a:ext>
              </a:extLst>
            </p:cNvPr>
            <p:cNvSpPr/>
            <p:nvPr/>
          </p:nvSpPr>
          <p:spPr>
            <a:xfrm>
              <a:off x="4799013" y="3923918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3D8D37CB-3FC1-ECB7-9C8B-5BD302315696}"/>
                </a:ext>
              </a:extLst>
            </p:cNvPr>
            <p:cNvSpPr/>
            <p:nvPr/>
          </p:nvSpPr>
          <p:spPr>
            <a:xfrm>
              <a:off x="4579232" y="3918606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1198A7E-726B-987B-BC1D-BD14E6FF0CDF}"/>
                </a:ext>
              </a:extLst>
            </p:cNvPr>
            <p:cNvSpPr/>
            <p:nvPr/>
          </p:nvSpPr>
          <p:spPr>
            <a:xfrm>
              <a:off x="4209316" y="1890641"/>
              <a:ext cx="321962" cy="9285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CD13C21B-6258-1271-B8C5-401C5291DBFD}"/>
                </a:ext>
              </a:extLst>
            </p:cNvPr>
            <p:cNvSpPr/>
            <p:nvPr/>
          </p:nvSpPr>
          <p:spPr>
            <a:xfrm>
              <a:off x="3734185" y="437749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B42BE9C6-C39D-BB4C-6384-26183197AA18}"/>
                </a:ext>
              </a:extLst>
            </p:cNvPr>
            <p:cNvSpPr/>
            <p:nvPr/>
          </p:nvSpPr>
          <p:spPr>
            <a:xfrm>
              <a:off x="2999617" y="439273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1FEA52E2-A124-9AD5-025A-C53B2E2EA561}"/>
                </a:ext>
              </a:extLst>
            </p:cNvPr>
            <p:cNvSpPr/>
            <p:nvPr/>
          </p:nvSpPr>
          <p:spPr>
            <a:xfrm>
              <a:off x="2344915" y="3758755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2E6D84BA-2F6F-0797-859D-F67C1D4E5465}"/>
                </a:ext>
              </a:extLst>
            </p:cNvPr>
            <p:cNvSpPr/>
            <p:nvPr/>
          </p:nvSpPr>
          <p:spPr>
            <a:xfrm>
              <a:off x="4571149" y="3755707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0824F29C-A64A-C5A9-458B-0128FFF1E059}"/>
                </a:ext>
              </a:extLst>
            </p:cNvPr>
            <p:cNvSpPr/>
            <p:nvPr/>
          </p:nvSpPr>
          <p:spPr>
            <a:xfrm flipV="1">
              <a:off x="2889338" y="3575305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B3114255-F293-1B63-0CEC-5BBD958404C3}"/>
                </a:ext>
              </a:extLst>
            </p:cNvPr>
            <p:cNvSpPr/>
            <p:nvPr/>
          </p:nvSpPr>
          <p:spPr>
            <a:xfrm flipV="1">
              <a:off x="3846410" y="3581401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7C6F07C7-1A3E-40EE-66A8-D6EC7B257237}"/>
                </a:ext>
              </a:extLst>
            </p:cNvPr>
            <p:cNvSpPr/>
            <p:nvPr/>
          </p:nvSpPr>
          <p:spPr>
            <a:xfrm flipV="1">
              <a:off x="2886291" y="2950464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B8941202-618F-2784-E14D-7D2B3680C4C0}"/>
                </a:ext>
              </a:extLst>
            </p:cNvPr>
            <p:cNvSpPr/>
            <p:nvPr/>
          </p:nvSpPr>
          <p:spPr>
            <a:xfrm flipV="1">
              <a:off x="2904578" y="2337814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272D9AA5-5084-D13F-6EDF-34B123AECB04}"/>
                </a:ext>
              </a:extLst>
            </p:cNvPr>
            <p:cNvSpPr/>
            <p:nvPr/>
          </p:nvSpPr>
          <p:spPr>
            <a:xfrm flipV="1">
              <a:off x="4218267" y="2947416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532E1FE3-A884-F8F5-0922-2BEE6125E285}"/>
                </a:ext>
              </a:extLst>
            </p:cNvPr>
            <p:cNvSpPr/>
            <p:nvPr/>
          </p:nvSpPr>
          <p:spPr>
            <a:xfrm>
              <a:off x="3303180" y="2469932"/>
              <a:ext cx="812669" cy="63070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982355C9-07F0-5ED6-B603-89B5531A3B1B}"/>
                </a:ext>
              </a:extLst>
            </p:cNvPr>
            <p:cNvSpPr/>
            <p:nvPr/>
          </p:nvSpPr>
          <p:spPr>
            <a:xfrm>
              <a:off x="4604931" y="293621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E139BB80-860E-E19D-3F00-568842694161}"/>
                </a:ext>
              </a:extLst>
            </p:cNvPr>
            <p:cNvSpPr/>
            <p:nvPr/>
          </p:nvSpPr>
          <p:spPr>
            <a:xfrm flipV="1">
              <a:off x="3093123" y="4803366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34DE2CED-98C0-2225-4E00-1E9290A1B11A}"/>
                </a:ext>
              </a:extLst>
            </p:cNvPr>
            <p:cNvSpPr/>
            <p:nvPr/>
          </p:nvSpPr>
          <p:spPr>
            <a:xfrm flipV="1">
              <a:off x="3821595" y="4809462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5AB60219-971F-4510-BDB5-D96A3D551FF9}"/>
                </a:ext>
              </a:extLst>
            </p:cNvPr>
            <p:cNvSpPr/>
            <p:nvPr/>
          </p:nvSpPr>
          <p:spPr>
            <a:xfrm>
              <a:off x="2379891" y="295145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6AB4362A-BD7A-472C-651B-899BBBA918F2}"/>
                </a:ext>
              </a:extLst>
            </p:cNvPr>
            <p:cNvSpPr/>
            <p:nvPr/>
          </p:nvSpPr>
          <p:spPr>
            <a:xfrm>
              <a:off x="3218712" y="1888871"/>
              <a:ext cx="986057" cy="1036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DBDBDB"/>
                </a:highligh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590D17-6B1F-8E5D-159F-E85DCBB4EB81}"/>
                </a:ext>
              </a:extLst>
            </p:cNvPr>
            <p:cNvSpPr/>
            <p:nvPr/>
          </p:nvSpPr>
          <p:spPr>
            <a:xfrm flipV="1">
              <a:off x="4154258" y="2334766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0E014F-52D9-8EDC-E916-B73D26134039}"/>
                </a:ext>
              </a:extLst>
            </p:cNvPr>
            <p:cNvSpPr/>
            <p:nvPr/>
          </p:nvSpPr>
          <p:spPr>
            <a:xfrm>
              <a:off x="3838797" y="1195596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6802C9-49FA-A6AC-A5FD-A34D298A15FE}"/>
                </a:ext>
              </a:extLst>
            </p:cNvPr>
            <p:cNvSpPr/>
            <p:nvPr/>
          </p:nvSpPr>
          <p:spPr>
            <a:xfrm>
              <a:off x="3363309" y="1159020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8CFA6A-23AF-530D-69E2-5555146689E0}"/>
                </a:ext>
              </a:extLst>
            </p:cNvPr>
            <p:cNvSpPr/>
            <p:nvPr/>
          </p:nvSpPr>
          <p:spPr>
            <a:xfrm>
              <a:off x="3433413" y="1192548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368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6E2D-64BE-5F90-3EFA-6928C989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063">
            <a:extLst>
              <a:ext uri="{FF2B5EF4-FFF2-40B4-BE49-F238E27FC236}">
                <a16:creationId xmlns:a16="http://schemas.microsoft.com/office/drawing/2014/main" id="{799FB05B-4F97-6F31-B0B3-392D8949912D}"/>
              </a:ext>
            </a:extLst>
          </p:cNvPr>
          <p:cNvSpPr/>
          <p:nvPr/>
        </p:nvSpPr>
        <p:spPr>
          <a:xfrm>
            <a:off x="0" y="0"/>
            <a:ext cx="7379208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254321-6442-AFF7-8E81-B1D209754400}"/>
              </a:ext>
            </a:extLst>
          </p:cNvPr>
          <p:cNvGrpSpPr/>
          <p:nvPr/>
        </p:nvGrpSpPr>
        <p:grpSpPr>
          <a:xfrm>
            <a:off x="3104526" y="2208474"/>
            <a:ext cx="1170155" cy="2441051"/>
            <a:chOff x="2344915" y="831151"/>
            <a:chExt cx="2746567" cy="4975804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F4367425-B0C6-78AA-C5DA-10D83B9E6425}"/>
                </a:ext>
              </a:extLst>
            </p:cNvPr>
            <p:cNvSpPr/>
            <p:nvPr/>
          </p:nvSpPr>
          <p:spPr>
            <a:xfrm>
              <a:off x="2964746" y="1005131"/>
              <a:ext cx="45719" cy="59830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A97A1B-3AE0-75B9-9421-BDB683027847}"/>
                </a:ext>
              </a:extLst>
            </p:cNvPr>
            <p:cNvSpPr/>
            <p:nvPr/>
          </p:nvSpPr>
          <p:spPr>
            <a:xfrm>
              <a:off x="2770151" y="1609783"/>
              <a:ext cx="1868318" cy="200104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99840968-661F-E167-05A7-757072CC88F7}"/>
                </a:ext>
              </a:extLst>
            </p:cNvPr>
            <p:cNvSpPr/>
            <p:nvPr/>
          </p:nvSpPr>
          <p:spPr>
            <a:xfrm>
              <a:off x="3050763" y="831151"/>
              <a:ext cx="1298930" cy="127884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58A01B05-3562-4A28-493A-1CDD28415281}"/>
                </a:ext>
              </a:extLst>
            </p:cNvPr>
            <p:cNvSpPr/>
            <p:nvPr/>
          </p:nvSpPr>
          <p:spPr>
            <a:xfrm>
              <a:off x="3768693" y="1162068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567EC4A-BBC1-11C7-DD8B-BBAFEB2A63EC}"/>
                </a:ext>
              </a:extLst>
            </p:cNvPr>
            <p:cNvSpPr/>
            <p:nvPr/>
          </p:nvSpPr>
          <p:spPr>
            <a:xfrm>
              <a:off x="2882153" y="1977256"/>
              <a:ext cx="1649506" cy="20887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B06BC3-86B6-86A0-F3DC-ED823B5A634D}"/>
                </a:ext>
              </a:extLst>
            </p:cNvPr>
            <p:cNvSpPr/>
            <p:nvPr/>
          </p:nvSpPr>
          <p:spPr>
            <a:xfrm>
              <a:off x="2351734" y="2062600"/>
              <a:ext cx="493209" cy="18560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D1DE4E-E57C-60AE-5E22-0B8CB8A3C1BD}"/>
                </a:ext>
              </a:extLst>
            </p:cNvPr>
            <p:cNvSpPr/>
            <p:nvPr/>
          </p:nvSpPr>
          <p:spPr>
            <a:xfrm>
              <a:off x="3000655" y="3947413"/>
              <a:ext cx="676275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0AD2270-BA19-D23E-BB4F-75CC586DBFD1}"/>
                </a:ext>
              </a:extLst>
            </p:cNvPr>
            <p:cNvSpPr/>
            <p:nvPr/>
          </p:nvSpPr>
          <p:spPr>
            <a:xfrm>
              <a:off x="3737444" y="3947413"/>
              <a:ext cx="676276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0B7589-7220-1950-D199-8ED9D4B785D4}"/>
                </a:ext>
              </a:extLst>
            </p:cNvPr>
            <p:cNvSpPr/>
            <p:nvPr/>
          </p:nvSpPr>
          <p:spPr>
            <a:xfrm>
              <a:off x="2887755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E63B9E-2AB5-1408-A60F-17AA36813F84}"/>
                </a:ext>
              </a:extLst>
            </p:cNvPr>
            <p:cNvSpPr/>
            <p:nvPr/>
          </p:nvSpPr>
          <p:spPr>
            <a:xfrm>
              <a:off x="3733239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FF84AE-EB32-2EF7-8355-5D5B947BE91C}"/>
                </a:ext>
              </a:extLst>
            </p:cNvPr>
            <p:cNvSpPr/>
            <p:nvPr/>
          </p:nvSpPr>
          <p:spPr>
            <a:xfrm>
              <a:off x="2351733" y="1963794"/>
              <a:ext cx="491455" cy="9575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667B88-62EB-3586-84FE-C07073E944AE}"/>
                </a:ext>
              </a:extLst>
            </p:cNvPr>
            <p:cNvSpPr/>
            <p:nvPr/>
          </p:nvSpPr>
          <p:spPr>
            <a:xfrm>
              <a:off x="2887583" y="1886004"/>
              <a:ext cx="321962" cy="965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31B230-3F51-B8AC-0AEB-70FAEE1D5906}"/>
                </a:ext>
              </a:extLst>
            </p:cNvPr>
            <p:cNvSpPr/>
            <p:nvPr/>
          </p:nvSpPr>
          <p:spPr>
            <a:xfrm>
              <a:off x="2499082" y="394159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AE4F5B-97AF-46B6-C5FD-B58C36C6FA20}"/>
                </a:ext>
              </a:extLst>
            </p:cNvPr>
            <p:cNvSpPr/>
            <p:nvPr/>
          </p:nvSpPr>
          <p:spPr>
            <a:xfrm>
              <a:off x="2719445" y="394106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9B055F-39C3-EE2C-8D96-37420FF4AE24}"/>
                </a:ext>
              </a:extLst>
            </p:cNvPr>
            <p:cNvSpPr/>
            <p:nvPr/>
          </p:nvSpPr>
          <p:spPr>
            <a:xfrm>
              <a:off x="2606087" y="3943857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D5ECABE-5F9F-7855-9DEC-50F5EDC6E004}"/>
                </a:ext>
              </a:extLst>
            </p:cNvPr>
            <p:cNvSpPr/>
            <p:nvPr/>
          </p:nvSpPr>
          <p:spPr>
            <a:xfrm>
              <a:off x="2386306" y="3938545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6143E6E-4A7D-2B30-8927-18BDA16B609E}"/>
                </a:ext>
              </a:extLst>
            </p:cNvPr>
            <p:cNvSpPr/>
            <p:nvPr/>
          </p:nvSpPr>
          <p:spPr>
            <a:xfrm>
              <a:off x="4571149" y="2042660"/>
              <a:ext cx="513620" cy="18812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0279555-EBEA-1835-0863-4E3A055312D8}"/>
                </a:ext>
              </a:extLst>
            </p:cNvPr>
            <p:cNvSpPr/>
            <p:nvPr/>
          </p:nvSpPr>
          <p:spPr>
            <a:xfrm>
              <a:off x="4572091" y="1964472"/>
              <a:ext cx="519391" cy="860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42E1926-9D13-1827-E213-F2DE04BFD531}"/>
                </a:ext>
              </a:extLst>
            </p:cNvPr>
            <p:cNvSpPr/>
            <p:nvPr/>
          </p:nvSpPr>
          <p:spPr>
            <a:xfrm>
              <a:off x="4692008" y="392165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9BD5F3-7648-AB71-4DA4-D49430B8405F}"/>
                </a:ext>
              </a:extLst>
            </p:cNvPr>
            <p:cNvSpPr/>
            <p:nvPr/>
          </p:nvSpPr>
          <p:spPr>
            <a:xfrm>
              <a:off x="4912371" y="392112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26BF1A3-0AA3-62CC-A167-0C87AB581CA9}"/>
                </a:ext>
              </a:extLst>
            </p:cNvPr>
            <p:cNvSpPr/>
            <p:nvPr/>
          </p:nvSpPr>
          <p:spPr>
            <a:xfrm>
              <a:off x="4799013" y="3923918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803D66FC-CAE6-C5E9-EAA2-16154D837961}"/>
                </a:ext>
              </a:extLst>
            </p:cNvPr>
            <p:cNvSpPr/>
            <p:nvPr/>
          </p:nvSpPr>
          <p:spPr>
            <a:xfrm>
              <a:off x="4579232" y="3918606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8B0CE86A-79C4-965B-3171-53B230831A87}"/>
                </a:ext>
              </a:extLst>
            </p:cNvPr>
            <p:cNvSpPr/>
            <p:nvPr/>
          </p:nvSpPr>
          <p:spPr>
            <a:xfrm>
              <a:off x="4209316" y="1890641"/>
              <a:ext cx="321962" cy="9285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29C3F79C-D6D0-C885-2FA1-AFB602715583}"/>
                </a:ext>
              </a:extLst>
            </p:cNvPr>
            <p:cNvSpPr/>
            <p:nvPr/>
          </p:nvSpPr>
          <p:spPr>
            <a:xfrm>
              <a:off x="3734185" y="437749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76C4D34E-ADF7-27E4-5811-C18FBF207364}"/>
                </a:ext>
              </a:extLst>
            </p:cNvPr>
            <p:cNvSpPr/>
            <p:nvPr/>
          </p:nvSpPr>
          <p:spPr>
            <a:xfrm>
              <a:off x="2999617" y="439273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D4C4191D-6F0A-9CF9-21A5-78915824068A}"/>
                </a:ext>
              </a:extLst>
            </p:cNvPr>
            <p:cNvSpPr/>
            <p:nvPr/>
          </p:nvSpPr>
          <p:spPr>
            <a:xfrm>
              <a:off x="2344915" y="3758755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333C85E5-AF99-AC7E-9707-D662708D2640}"/>
                </a:ext>
              </a:extLst>
            </p:cNvPr>
            <p:cNvSpPr/>
            <p:nvPr/>
          </p:nvSpPr>
          <p:spPr>
            <a:xfrm>
              <a:off x="4571149" y="3755707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29562895-620A-E76D-3F49-62AF0B83D27C}"/>
                </a:ext>
              </a:extLst>
            </p:cNvPr>
            <p:cNvSpPr/>
            <p:nvPr/>
          </p:nvSpPr>
          <p:spPr>
            <a:xfrm flipV="1">
              <a:off x="2889338" y="3575305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120DBC20-7836-B240-4714-1A65B265947B}"/>
                </a:ext>
              </a:extLst>
            </p:cNvPr>
            <p:cNvSpPr/>
            <p:nvPr/>
          </p:nvSpPr>
          <p:spPr>
            <a:xfrm flipV="1">
              <a:off x="3846410" y="3581401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89B8B0DC-D740-CCC6-22E1-A7F5024A2FF2}"/>
                </a:ext>
              </a:extLst>
            </p:cNvPr>
            <p:cNvSpPr/>
            <p:nvPr/>
          </p:nvSpPr>
          <p:spPr>
            <a:xfrm flipV="1">
              <a:off x="2886291" y="2950464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0A1ED7D2-D892-AE66-270D-A91B1FC1314D}"/>
                </a:ext>
              </a:extLst>
            </p:cNvPr>
            <p:cNvSpPr/>
            <p:nvPr/>
          </p:nvSpPr>
          <p:spPr>
            <a:xfrm flipV="1">
              <a:off x="2904578" y="2337814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32CC489D-BFA6-D34C-E1D1-F275780A11F3}"/>
                </a:ext>
              </a:extLst>
            </p:cNvPr>
            <p:cNvSpPr/>
            <p:nvPr/>
          </p:nvSpPr>
          <p:spPr>
            <a:xfrm flipV="1">
              <a:off x="4218267" y="2947416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67D35DF-1714-16C4-E88F-C05E9481F355}"/>
                </a:ext>
              </a:extLst>
            </p:cNvPr>
            <p:cNvSpPr/>
            <p:nvPr/>
          </p:nvSpPr>
          <p:spPr>
            <a:xfrm>
              <a:off x="3303180" y="2469932"/>
              <a:ext cx="812669" cy="63070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AFC2DEA3-EB5F-ABA2-FADD-13F788778925}"/>
                </a:ext>
              </a:extLst>
            </p:cNvPr>
            <p:cNvSpPr/>
            <p:nvPr/>
          </p:nvSpPr>
          <p:spPr>
            <a:xfrm>
              <a:off x="4604931" y="293621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37AB3A1E-70BC-5EE7-9DF0-079CFC02C5C1}"/>
                </a:ext>
              </a:extLst>
            </p:cNvPr>
            <p:cNvSpPr/>
            <p:nvPr/>
          </p:nvSpPr>
          <p:spPr>
            <a:xfrm flipV="1">
              <a:off x="3093123" y="4803366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8965E4CA-A53C-BD26-7137-BF258101A736}"/>
                </a:ext>
              </a:extLst>
            </p:cNvPr>
            <p:cNvSpPr/>
            <p:nvPr/>
          </p:nvSpPr>
          <p:spPr>
            <a:xfrm flipV="1">
              <a:off x="3821595" y="4809462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0A804D86-F607-5843-9F76-7365FCF8D6BD}"/>
                </a:ext>
              </a:extLst>
            </p:cNvPr>
            <p:cNvSpPr/>
            <p:nvPr/>
          </p:nvSpPr>
          <p:spPr>
            <a:xfrm>
              <a:off x="2379891" y="295145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A57CF2FB-84D0-7D2F-AEE9-536C36863D48}"/>
                </a:ext>
              </a:extLst>
            </p:cNvPr>
            <p:cNvSpPr/>
            <p:nvPr/>
          </p:nvSpPr>
          <p:spPr>
            <a:xfrm>
              <a:off x="3218712" y="1888871"/>
              <a:ext cx="986057" cy="1036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DBDBDB"/>
                </a:highligh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5671DA-1CC5-2B17-871B-97C768191B61}"/>
                </a:ext>
              </a:extLst>
            </p:cNvPr>
            <p:cNvSpPr/>
            <p:nvPr/>
          </p:nvSpPr>
          <p:spPr>
            <a:xfrm flipV="1">
              <a:off x="4154258" y="2334766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ED849D-CB0A-68E4-C7F6-E1917695CEF3}"/>
                </a:ext>
              </a:extLst>
            </p:cNvPr>
            <p:cNvSpPr/>
            <p:nvPr/>
          </p:nvSpPr>
          <p:spPr>
            <a:xfrm>
              <a:off x="3838797" y="1195596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1198BF-5C74-873B-60B9-30D41550E912}"/>
                </a:ext>
              </a:extLst>
            </p:cNvPr>
            <p:cNvSpPr/>
            <p:nvPr/>
          </p:nvSpPr>
          <p:spPr>
            <a:xfrm>
              <a:off x="3363309" y="1159020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EEBF9D-C1AE-F92E-D8C8-677B2EE1AED1}"/>
                </a:ext>
              </a:extLst>
            </p:cNvPr>
            <p:cNvSpPr/>
            <p:nvPr/>
          </p:nvSpPr>
          <p:spPr>
            <a:xfrm>
              <a:off x="3433413" y="1192548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1862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961F-30F1-E448-E1AF-4013B115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E3A088E-3819-3240-22D9-AD0195BCCF7C}"/>
              </a:ext>
            </a:extLst>
          </p:cNvPr>
          <p:cNvSpPr/>
          <p:nvPr/>
        </p:nvSpPr>
        <p:spPr>
          <a:xfrm>
            <a:off x="0" y="0"/>
            <a:ext cx="737920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89A98A-DF34-E2BE-62BB-8CB05815C7E2}"/>
              </a:ext>
            </a:extLst>
          </p:cNvPr>
          <p:cNvGrpSpPr/>
          <p:nvPr/>
        </p:nvGrpSpPr>
        <p:grpSpPr>
          <a:xfrm>
            <a:off x="3104526" y="2154382"/>
            <a:ext cx="1170155" cy="2549236"/>
            <a:chOff x="2344915" y="831151"/>
            <a:chExt cx="2746567" cy="4975804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B0F2620B-0B92-02C1-5A4F-DB354BE35C80}"/>
                </a:ext>
              </a:extLst>
            </p:cNvPr>
            <p:cNvSpPr/>
            <p:nvPr/>
          </p:nvSpPr>
          <p:spPr>
            <a:xfrm>
              <a:off x="2964746" y="1005131"/>
              <a:ext cx="45719" cy="59830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6DC0B26-E128-1B7D-7617-5699D66CD28A}"/>
                </a:ext>
              </a:extLst>
            </p:cNvPr>
            <p:cNvSpPr/>
            <p:nvPr/>
          </p:nvSpPr>
          <p:spPr>
            <a:xfrm>
              <a:off x="2770151" y="1609783"/>
              <a:ext cx="1868318" cy="200104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BB0C2B45-490C-97BC-F613-E05459656E8B}"/>
                </a:ext>
              </a:extLst>
            </p:cNvPr>
            <p:cNvSpPr/>
            <p:nvPr/>
          </p:nvSpPr>
          <p:spPr>
            <a:xfrm>
              <a:off x="3050763" y="831151"/>
              <a:ext cx="1298930" cy="127884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0858BBCA-525D-7364-6DF5-ED5CCADB6022}"/>
                </a:ext>
              </a:extLst>
            </p:cNvPr>
            <p:cNvSpPr/>
            <p:nvPr/>
          </p:nvSpPr>
          <p:spPr>
            <a:xfrm>
              <a:off x="3768693" y="1162068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E977A65-6A42-EFDC-F833-7BFF4DCC1F34}"/>
                </a:ext>
              </a:extLst>
            </p:cNvPr>
            <p:cNvSpPr/>
            <p:nvPr/>
          </p:nvSpPr>
          <p:spPr>
            <a:xfrm>
              <a:off x="2882153" y="1977256"/>
              <a:ext cx="1649506" cy="20887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892F0C-1A0B-08FE-1839-BCC4E19E54D9}"/>
                </a:ext>
              </a:extLst>
            </p:cNvPr>
            <p:cNvSpPr/>
            <p:nvPr/>
          </p:nvSpPr>
          <p:spPr>
            <a:xfrm>
              <a:off x="2351734" y="2062600"/>
              <a:ext cx="493209" cy="18560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B8D9EA-6EC6-14FD-B1A4-C42E5D93B1E0}"/>
                </a:ext>
              </a:extLst>
            </p:cNvPr>
            <p:cNvSpPr/>
            <p:nvPr/>
          </p:nvSpPr>
          <p:spPr>
            <a:xfrm>
              <a:off x="3000655" y="3947413"/>
              <a:ext cx="676275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23C1FB-CBA6-9E93-F1C6-410BC4EF45BA}"/>
                </a:ext>
              </a:extLst>
            </p:cNvPr>
            <p:cNvSpPr/>
            <p:nvPr/>
          </p:nvSpPr>
          <p:spPr>
            <a:xfrm>
              <a:off x="3737444" y="3947413"/>
              <a:ext cx="676276" cy="15473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CEC71D-3E9D-3517-8118-7FFA2A1CD99F}"/>
                </a:ext>
              </a:extLst>
            </p:cNvPr>
            <p:cNvSpPr/>
            <p:nvPr/>
          </p:nvSpPr>
          <p:spPr>
            <a:xfrm>
              <a:off x="2887755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C9F719-2BD7-3F97-7345-263D0CA85409}"/>
                </a:ext>
              </a:extLst>
            </p:cNvPr>
            <p:cNvSpPr/>
            <p:nvPr/>
          </p:nvSpPr>
          <p:spPr>
            <a:xfrm>
              <a:off x="3733239" y="5518406"/>
              <a:ext cx="788895" cy="2885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E911AA-BC26-D7F2-D8D8-4C45C0B12490}"/>
                </a:ext>
              </a:extLst>
            </p:cNvPr>
            <p:cNvSpPr/>
            <p:nvPr/>
          </p:nvSpPr>
          <p:spPr>
            <a:xfrm>
              <a:off x="2351733" y="1963794"/>
              <a:ext cx="491455" cy="9575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5C5E0B-4D04-22C1-AD97-96B69FFCE3ED}"/>
                </a:ext>
              </a:extLst>
            </p:cNvPr>
            <p:cNvSpPr/>
            <p:nvPr/>
          </p:nvSpPr>
          <p:spPr>
            <a:xfrm>
              <a:off x="2887583" y="1886004"/>
              <a:ext cx="321962" cy="9656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15E3B3-1050-1B5E-A40F-4A24D2290A58}"/>
                </a:ext>
              </a:extLst>
            </p:cNvPr>
            <p:cNvSpPr/>
            <p:nvPr/>
          </p:nvSpPr>
          <p:spPr>
            <a:xfrm>
              <a:off x="2499082" y="394159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2BC051-56D1-39E8-467B-A23596AEEF96}"/>
                </a:ext>
              </a:extLst>
            </p:cNvPr>
            <p:cNvSpPr/>
            <p:nvPr/>
          </p:nvSpPr>
          <p:spPr>
            <a:xfrm>
              <a:off x="2719445" y="3941063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5A8620-6F79-61EA-6F7E-8AD9AC886200}"/>
                </a:ext>
              </a:extLst>
            </p:cNvPr>
            <p:cNvSpPr/>
            <p:nvPr/>
          </p:nvSpPr>
          <p:spPr>
            <a:xfrm>
              <a:off x="2606087" y="3943857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27BBEC6-ACAC-E615-89E3-CA29344B23EE}"/>
                </a:ext>
              </a:extLst>
            </p:cNvPr>
            <p:cNvSpPr/>
            <p:nvPr/>
          </p:nvSpPr>
          <p:spPr>
            <a:xfrm>
              <a:off x="2386306" y="3938545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3E5F86-819F-FA67-778C-732736D68AAF}"/>
                </a:ext>
              </a:extLst>
            </p:cNvPr>
            <p:cNvSpPr/>
            <p:nvPr/>
          </p:nvSpPr>
          <p:spPr>
            <a:xfrm>
              <a:off x="4571149" y="2042660"/>
              <a:ext cx="513620" cy="18812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F456302-4C5D-BB8E-49AC-B717D25628D3}"/>
                </a:ext>
              </a:extLst>
            </p:cNvPr>
            <p:cNvSpPr/>
            <p:nvPr/>
          </p:nvSpPr>
          <p:spPr>
            <a:xfrm>
              <a:off x="4572091" y="1964472"/>
              <a:ext cx="519391" cy="860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FCFEBA3-A930-D048-6ACF-ED5CA59C5D2F}"/>
                </a:ext>
              </a:extLst>
            </p:cNvPr>
            <p:cNvSpPr/>
            <p:nvPr/>
          </p:nvSpPr>
          <p:spPr>
            <a:xfrm>
              <a:off x="4692008" y="392165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7D16E5D-203A-CC65-68E2-4966008D27AE}"/>
                </a:ext>
              </a:extLst>
            </p:cNvPr>
            <p:cNvSpPr/>
            <p:nvPr/>
          </p:nvSpPr>
          <p:spPr>
            <a:xfrm>
              <a:off x="4912371" y="3921124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B5347C-2157-32B8-1DF2-F4E5D195D44A}"/>
                </a:ext>
              </a:extLst>
            </p:cNvPr>
            <p:cNvSpPr/>
            <p:nvPr/>
          </p:nvSpPr>
          <p:spPr>
            <a:xfrm>
              <a:off x="4799013" y="3923918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114B29A3-08B0-7882-6D62-70B5A2C07D35}"/>
                </a:ext>
              </a:extLst>
            </p:cNvPr>
            <p:cNvSpPr/>
            <p:nvPr/>
          </p:nvSpPr>
          <p:spPr>
            <a:xfrm>
              <a:off x="4579232" y="3918606"/>
              <a:ext cx="107005" cy="3840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C2B1F0C-9FCD-DE81-0C4A-6E76E22E7ED0}"/>
                </a:ext>
              </a:extLst>
            </p:cNvPr>
            <p:cNvSpPr/>
            <p:nvPr/>
          </p:nvSpPr>
          <p:spPr>
            <a:xfrm>
              <a:off x="4209316" y="1890641"/>
              <a:ext cx="321962" cy="9285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F8EA69D7-9BA6-531F-E376-6DA07CEDE932}"/>
                </a:ext>
              </a:extLst>
            </p:cNvPr>
            <p:cNvSpPr/>
            <p:nvPr/>
          </p:nvSpPr>
          <p:spPr>
            <a:xfrm>
              <a:off x="3734185" y="437749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B8DD9233-04B0-FCC6-8A80-880B66D9F809}"/>
                </a:ext>
              </a:extLst>
            </p:cNvPr>
            <p:cNvSpPr/>
            <p:nvPr/>
          </p:nvSpPr>
          <p:spPr>
            <a:xfrm>
              <a:off x="2999617" y="4392738"/>
              <a:ext cx="676276" cy="1535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172C9AE1-6AAF-9765-C561-5DB4083BF245}"/>
                </a:ext>
              </a:extLst>
            </p:cNvPr>
            <p:cNvSpPr/>
            <p:nvPr/>
          </p:nvSpPr>
          <p:spPr>
            <a:xfrm>
              <a:off x="2344915" y="3758755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9BADD287-8EED-9435-450B-7FA7FED1A1D9}"/>
                </a:ext>
              </a:extLst>
            </p:cNvPr>
            <p:cNvSpPr/>
            <p:nvPr/>
          </p:nvSpPr>
          <p:spPr>
            <a:xfrm>
              <a:off x="4571149" y="3755707"/>
              <a:ext cx="519391" cy="1091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BD8F344C-6226-13E7-74FC-6964F2B7CAE5}"/>
                </a:ext>
              </a:extLst>
            </p:cNvPr>
            <p:cNvSpPr/>
            <p:nvPr/>
          </p:nvSpPr>
          <p:spPr>
            <a:xfrm flipV="1">
              <a:off x="2889338" y="3575305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4106CEA5-B1D2-490C-F7BA-6630297A0098}"/>
                </a:ext>
              </a:extLst>
            </p:cNvPr>
            <p:cNvSpPr/>
            <p:nvPr/>
          </p:nvSpPr>
          <p:spPr>
            <a:xfrm flipV="1">
              <a:off x="3846410" y="3581401"/>
              <a:ext cx="676275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816650B3-D9C1-7F85-C168-078306B9C144}"/>
                </a:ext>
              </a:extLst>
            </p:cNvPr>
            <p:cNvSpPr/>
            <p:nvPr/>
          </p:nvSpPr>
          <p:spPr>
            <a:xfrm flipV="1">
              <a:off x="2886291" y="2950464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0FE22A77-1846-3797-0B72-2EAF666662EE}"/>
                </a:ext>
              </a:extLst>
            </p:cNvPr>
            <p:cNvSpPr/>
            <p:nvPr/>
          </p:nvSpPr>
          <p:spPr>
            <a:xfrm flipV="1">
              <a:off x="2904578" y="2337814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EABDB665-F191-76DF-910E-315560A1CA42}"/>
                </a:ext>
              </a:extLst>
            </p:cNvPr>
            <p:cNvSpPr/>
            <p:nvPr/>
          </p:nvSpPr>
          <p:spPr>
            <a:xfrm flipV="1">
              <a:off x="4218267" y="2947416"/>
              <a:ext cx="323254" cy="4571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35C93629-4740-AE5B-1505-EAFC8F9B6219}"/>
                </a:ext>
              </a:extLst>
            </p:cNvPr>
            <p:cNvSpPr/>
            <p:nvPr/>
          </p:nvSpPr>
          <p:spPr>
            <a:xfrm>
              <a:off x="3303180" y="2469932"/>
              <a:ext cx="812669" cy="63070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BACBED59-5E56-E387-7F85-35BC745C38AB}"/>
                </a:ext>
              </a:extLst>
            </p:cNvPr>
            <p:cNvSpPr/>
            <p:nvPr/>
          </p:nvSpPr>
          <p:spPr>
            <a:xfrm>
              <a:off x="4604931" y="293621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F34E427A-D1C0-E4F8-EDF2-3DC12CA51DAF}"/>
                </a:ext>
              </a:extLst>
            </p:cNvPr>
            <p:cNvSpPr/>
            <p:nvPr/>
          </p:nvSpPr>
          <p:spPr>
            <a:xfrm flipV="1">
              <a:off x="3093123" y="4803366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32ADAC5B-93EE-48F6-1690-C27CC29F6051}"/>
                </a:ext>
              </a:extLst>
            </p:cNvPr>
            <p:cNvSpPr/>
            <p:nvPr/>
          </p:nvSpPr>
          <p:spPr>
            <a:xfrm flipV="1">
              <a:off x="3821595" y="4809462"/>
              <a:ext cx="496586" cy="6962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CE6FFF16-3CE0-69D8-B67A-C17F1C2E3774}"/>
                </a:ext>
              </a:extLst>
            </p:cNvPr>
            <p:cNvSpPr/>
            <p:nvPr/>
          </p:nvSpPr>
          <p:spPr>
            <a:xfrm>
              <a:off x="2379891" y="2951455"/>
              <a:ext cx="427874" cy="4571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5B488D9E-628A-35D4-2BF9-FB1656505ED8}"/>
                </a:ext>
              </a:extLst>
            </p:cNvPr>
            <p:cNvSpPr/>
            <p:nvPr/>
          </p:nvSpPr>
          <p:spPr>
            <a:xfrm>
              <a:off x="3218712" y="1888871"/>
              <a:ext cx="986057" cy="1036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DBDBDB"/>
                </a:highligh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848CDA-E31A-D3F8-2674-E507C543D3CA}"/>
                </a:ext>
              </a:extLst>
            </p:cNvPr>
            <p:cNvSpPr/>
            <p:nvPr/>
          </p:nvSpPr>
          <p:spPr>
            <a:xfrm flipV="1">
              <a:off x="4154258" y="2334766"/>
              <a:ext cx="347495" cy="5126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49AC69-2F60-C737-118D-58A12CBC3D22}"/>
                </a:ext>
              </a:extLst>
            </p:cNvPr>
            <p:cNvSpPr/>
            <p:nvPr/>
          </p:nvSpPr>
          <p:spPr>
            <a:xfrm>
              <a:off x="3838797" y="1195596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C7F5B2-EAD7-A1A8-1712-5D353E3105B5}"/>
                </a:ext>
              </a:extLst>
            </p:cNvPr>
            <p:cNvSpPr/>
            <p:nvPr/>
          </p:nvSpPr>
          <p:spPr>
            <a:xfrm>
              <a:off x="3363309" y="1159020"/>
              <a:ext cx="336286" cy="2254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6921BC-002B-9CE3-355F-59A85AEE743E}"/>
                </a:ext>
              </a:extLst>
            </p:cNvPr>
            <p:cNvSpPr/>
            <p:nvPr/>
          </p:nvSpPr>
          <p:spPr>
            <a:xfrm>
              <a:off x="3433413" y="1192548"/>
              <a:ext cx="183886" cy="151211"/>
            </a:xfrm>
            <a:prstGeom prst="rect">
              <a:avLst/>
            </a:prstGeom>
            <a:solidFill>
              <a:srgbClr val="2B13A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10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Nasucha</dc:creator>
  <cp:lastModifiedBy>Mohammad Nasucha</cp:lastModifiedBy>
  <cp:revision>1</cp:revision>
  <cp:lastPrinted>2025-04-28T06:40:48Z</cp:lastPrinted>
  <dcterms:created xsi:type="dcterms:W3CDTF">2023-05-31T02:49:07Z</dcterms:created>
  <dcterms:modified xsi:type="dcterms:W3CDTF">2025-04-28T06:55:38Z</dcterms:modified>
</cp:coreProperties>
</file>